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a9ca002b6494677" /><Relationship Type="http://schemas.openxmlformats.org/officeDocument/2006/relationships/extended-properties" Target="/docProps/app.xml" Id="R3d3d6aad8e114fd4" /><Relationship Type="http://schemas.openxmlformats.org/officeDocument/2006/relationships/officeDocument" Target="/ppt/presentation.xml" Id="Rb8ef314ad91c433f" /></Relationships>
</file>

<file path=ppt/presentation.xml><?xml version="1.0" encoding="utf-8"?>
<p:presentation xmlns:p="http://schemas.openxmlformats.org/presentationml/2006/main">
  <p:sldMasterIdLst>
    <p:sldMasterId xmlns:r="http://schemas.openxmlformats.org/officeDocument/2006/relationships" id="2147483648" r:id="R66398825931446e2"/>
  </p:sldMasterIdLst>
  <p:notesMasterIdLst>
    <p:notesMasterId xmlns:r="http://schemas.openxmlformats.org/officeDocument/2006/relationships" r:id="R6f03192cf9384606"/>
  </p:notesMasterIdLst>
  <p:sldIdLst>
    <p:sldId xmlns:r="http://schemas.openxmlformats.org/officeDocument/2006/relationships" id="256" r:id="Rcf140540cedf4d72"/>
    <p:sldId xmlns:r="http://schemas.openxmlformats.org/officeDocument/2006/relationships" id="257" r:id="R3e292a65bdc54745"/>
    <p:sldId xmlns:r="http://schemas.openxmlformats.org/officeDocument/2006/relationships" id="258" r:id="Rc614e610f3f94788"/>
    <p:sldId xmlns:r="http://schemas.openxmlformats.org/officeDocument/2006/relationships" id="259" r:id="R8eb6a7b890cc49b6"/>
    <p:sldId xmlns:r="http://schemas.openxmlformats.org/officeDocument/2006/relationships" id="260" r:id="R19339fdaf4a94437"/>
    <p:sldId xmlns:r="http://schemas.openxmlformats.org/officeDocument/2006/relationships" id="261" r:id="R1689c8a4cf814e0a"/>
    <p:sldId xmlns:r="http://schemas.openxmlformats.org/officeDocument/2006/relationships" id="262" r:id="Rcb5b060022194fff"/>
    <p:sldId xmlns:r="http://schemas.openxmlformats.org/officeDocument/2006/relationships" id="263" r:id="Rd70b75090e104029"/>
    <p:sldId xmlns:r="http://schemas.openxmlformats.org/officeDocument/2006/relationships" id="264" r:id="R77056b2ea42d4041"/>
    <p:sldId xmlns:r="http://schemas.openxmlformats.org/officeDocument/2006/relationships" id="265" r:id="Rab4543cfe92e41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c622168a364f55" /><Relationship Type="http://schemas.openxmlformats.org/officeDocument/2006/relationships/slideMaster" Target="/ppt/slideMasters/slideMaster1.xml" Id="R66398825931446e2" /><Relationship Type="http://schemas.openxmlformats.org/officeDocument/2006/relationships/notesMaster" Target="/ppt/notesMasters/notesMaster1.xml" Id="R6f03192cf9384606" /><Relationship Type="http://schemas.openxmlformats.org/officeDocument/2006/relationships/presProps" Target="/ppt/presProps.xml" Id="R3235fa8270d145f3" /><Relationship Type="http://schemas.openxmlformats.org/officeDocument/2006/relationships/tableStyles" Target="/ppt/tableStyles.xml" Id="R1eec54085d9c4d61" /><Relationship Type="http://schemas.openxmlformats.org/officeDocument/2006/relationships/slide" Target="/ppt/slides/slide1.xml" Id="Rcf140540cedf4d72" /><Relationship Type="http://schemas.openxmlformats.org/officeDocument/2006/relationships/slide" Target="/ppt/slides/slide2.xml" Id="R3e292a65bdc54745" /><Relationship Type="http://schemas.openxmlformats.org/officeDocument/2006/relationships/slide" Target="/ppt/slides/slide3.xml" Id="Rc614e610f3f94788" /><Relationship Type="http://schemas.openxmlformats.org/officeDocument/2006/relationships/slide" Target="/ppt/slides/slide4.xml" Id="R8eb6a7b890cc49b6" /><Relationship Type="http://schemas.openxmlformats.org/officeDocument/2006/relationships/slide" Target="/ppt/slides/slide5.xml" Id="R19339fdaf4a94437" /><Relationship Type="http://schemas.openxmlformats.org/officeDocument/2006/relationships/slide" Target="/ppt/slides/slide6.xml" Id="R1689c8a4cf814e0a" /><Relationship Type="http://schemas.openxmlformats.org/officeDocument/2006/relationships/slide" Target="/ppt/slides/slide7.xml" Id="Rcb5b060022194fff" /><Relationship Type="http://schemas.openxmlformats.org/officeDocument/2006/relationships/slide" Target="/ppt/slides/slide8.xml" Id="Rd70b75090e104029" /><Relationship Type="http://schemas.openxmlformats.org/officeDocument/2006/relationships/slide" Target="/ppt/slides/slide9.xml" Id="R77056b2ea42d4041" /><Relationship Type="http://schemas.openxmlformats.org/officeDocument/2006/relationships/slide" Target="/ppt/slides/slide10.xml" Id="Rab4543cfe92e41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9b2713223c45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0aed967e7e4ba2" /><Relationship Type="http://schemas.openxmlformats.org/officeDocument/2006/relationships/notesMaster" Target="/ppt/notesMasters/notesMaster1.xml" Id="Rd0217363a65d4b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332bd252fb4180" /><Relationship Type="http://schemas.openxmlformats.org/officeDocument/2006/relationships/notesMaster" Target="/ppt/notesMasters/notesMaster1.xml" Id="R4d93d34817f04f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262718725547b6" /><Relationship Type="http://schemas.openxmlformats.org/officeDocument/2006/relationships/notesMaster" Target="/ppt/notesMasters/notesMaster1.xml" Id="R7708ad5b370c4b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3247f9809c4ac4" /><Relationship Type="http://schemas.openxmlformats.org/officeDocument/2006/relationships/notesMaster" Target="/ppt/notesMasters/notesMaster1.xml" Id="R1679f9b1e1ff43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5bd30bdc054f1c" /><Relationship Type="http://schemas.openxmlformats.org/officeDocument/2006/relationships/notesMaster" Target="/ppt/notesMasters/notesMaster1.xml" Id="Rcd01302d5c8c49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70684176a0437f" /><Relationship Type="http://schemas.openxmlformats.org/officeDocument/2006/relationships/notesMaster" Target="/ppt/notesMasters/notesMaster1.xml" Id="R4ff64329ae4442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7707c3a70c4ade" /><Relationship Type="http://schemas.openxmlformats.org/officeDocument/2006/relationships/notesMaster" Target="/ppt/notesMasters/notesMaster1.xml" Id="R99d4f597c25e4b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0beb98c0f24915" /><Relationship Type="http://schemas.openxmlformats.org/officeDocument/2006/relationships/notesMaster" Target="/ppt/notesMasters/notesMaster1.xml" Id="Rd43fbedecd594c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6939f827184a65" /><Relationship Type="http://schemas.openxmlformats.org/officeDocument/2006/relationships/notesMaster" Target="/ppt/notesMasters/notesMaster1.xml" Id="Rfd4fa80be60f41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d9e5e3041b4d84" /><Relationship Type="http://schemas.openxmlformats.org/officeDocument/2006/relationships/notesMaster" Target="/ppt/notesMasters/notesMaster1.xml" Id="Rd4e59a09ece14d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problem in plain terms. Source: supplied Optimization_Methods_Week_00.pptx slides 2–4 and Week_01 slides 2–4. Project data: data/servers.csv and data/services.csv. The user confirmed service latency in milliseconds.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Week 0 slides 4–12 and Week 1 slides 4–9, 20–22. Explain data versus decisions and objective versus constraints. p_i is own service latency, L_s is host latency. Equal service weighting assumes no supplied traffic frequencies. Minimum two is from the original code and configurable.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Week 1 slides 10 and 15–16. Calculation 4^12 = 16,777,216 includes infeasible candidates. One million is a cap, not a count of feasible solutions. Default settings: SearchConfig.defaults(). Patience is checked at complete evaluation batches.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design extends the lecture foundations. This is standard Greedy Randomized Adaptive Search Procedure structure, not a claimed new algorithm. See Optimizer.java. Every fifth construction attempt uses unrestricted feasible choices to maintain diversity. Complete neighborhoods have at most 36 moves and 66 swaps. Global budget or stopping can interrupt a pass. No global guarantee follows.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 1 slides 20–22 and project SelfTest.toy(). Servers: delays 5/20 ms and CPU rates 0.2/0.1, capacities sufficient. Services: CPU [2,4,1], own latency [1,2,3]. Min one service per host. Candidate A delay (6+22+8)/3 = 12 and cost 0.4+0.4+0.2 = 1. Candidate B delay (21+7+23)/3 = 17 and cost .2+.8+.1 = 1.1. Candidate C fails the minimum-count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results/default-run/assignment.csv and server_usage.csv, seed 2026, default LATENCY objective, HYBRID. Every listed number is exported from the measured run. Delay calculation: service latencies sum to 63, assigned server latencies sum to 270, (63+270)/12=27.75 ms. Equality at S4 RAM capacity is feasible. This is best found, not certified global optimum.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 native Swing dashboard rendered from the project itself. Use the application for the live demonstration. It shows placement, resource utilization, convergence, evaluation accounting and the stopping reason. The image is a preview and not a screenshot from Microsoft PowerPoint. Default measured run: results/default-run.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results/comparison-latency/summary.csv and trials.csv. Seeds 2026–2045, 20 runs per method, 50,000 complete candidate evaluations per run, patience disabled, same evaluator and min two. Mean hybrid 27.75, constructive 27.75, random 29.1875 ms. Sample SD 0,0,0.9314497755. Random matched 27.75 in 4/20 runs. Runtime differences do not establish universal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Week 0 slide 14 and Week 1 slides 6,12,16. Optional project extension uses illustrative CPU prices and normalized weighted sums. alpha chooses the importance of delay. The GUI sweep samples 11 weights with 20,000 evaluations each. Green means nondominated within the sample, not globally Pareto-optimal. Original user supplied no prices, energy, reliability, dependency or traffic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 0 slides 16,18,20 and Week 1 slides 13–14,19–24,26–28. Project README, docs/REPORT.md, docs/LECTURE_MAP.md and SelfTest.java. Every lecture slide is mapped in the report package. Verification checks code against the model. Real deployment validation requires measured data and stakeholder review. GRASP is a design extension, not a method explicitly taught in these introductory decks.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f2bacb141840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fd4cf68ead4f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73bfdfb520d4f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21e107d8ff42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1a24b6672a4d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d1707fc73a47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091E79-592C-4545-8DD7-1D366A43A48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6B50581-8F49-436D-9D1F-CF5B8F6FCFB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68E305-1B63-49BF-810D-87888819F5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4C2EBC-F46B-4134-9D13-D584FE50AC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ED04B50-98A4-4067-B799-706196827C5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AC3717-F135-47C0-A047-A6A3BB0275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30E52A-C038-43F1-8733-111D20FD09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60230E-A4D2-4C12-9BFE-5294F72AB1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BBFDDA-4013-4C15-A425-148D9A0083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3EB158-C2BF-4511-89EA-CE58400612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2982f2da1a47be" /><Relationship Type="http://schemas.openxmlformats.org/officeDocument/2006/relationships/slideLayout" Target="/ppt/slideLayouts/slideLayout1.xml" Id="R8e990da380564a20" /><Relationship Type="http://schemas.openxmlformats.org/officeDocument/2006/relationships/slideLayout" Target="/ppt/slideLayouts/slideLayout2.xml" Id="R6c7b7ce74bad4ceb" /><Relationship Type="http://schemas.openxmlformats.org/officeDocument/2006/relationships/slideLayout" Target="/ppt/slideLayouts/slideLayout3.xml" Id="R0af925fcb81440cb" /><Relationship Type="http://schemas.openxmlformats.org/officeDocument/2006/relationships/slideLayout" Target="/ppt/slideLayouts/slideLayout4.xml" Id="Rf123d802c1e44083" /><Relationship Type="http://schemas.openxmlformats.org/officeDocument/2006/relationships/slideLayout" Target="/ppt/slideLayouts/slideLayout5.xml" Id="R6b66668b5cfd450e" /><Relationship Type="http://schemas.openxmlformats.org/officeDocument/2006/relationships/slideLayout" Target="/ppt/slideLayouts/slideLayout6.xml" Id="R6e5619dc042545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990da380564a20"/>
    <p:sldLayoutId xmlns:r="http://schemas.openxmlformats.org/officeDocument/2006/relationships" id="2147483650" r:id="R6c7b7ce74bad4ceb"/>
    <p:sldLayoutId xmlns:r="http://schemas.openxmlformats.org/officeDocument/2006/relationships" id="2147483651" r:id="R0af925fcb81440cb"/>
    <p:sldLayoutId xmlns:r="http://schemas.openxmlformats.org/officeDocument/2006/relationships" id="2147483652" r:id="Rf123d802c1e44083"/>
    <p:sldLayoutId xmlns:r="http://schemas.openxmlformats.org/officeDocument/2006/relationships" id="2147483653" r:id="R6b66668b5cfd450e"/>
    <p:sldLayoutId xmlns:r="http://schemas.openxmlformats.org/officeDocument/2006/relationships" id="2147483654" r:id="R6e5619dc042545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9bd6bc7c5f48a6" /><Relationship Type="http://schemas.openxmlformats.org/officeDocument/2006/relationships/notesSlide" Target="/ppt/notesSlides/notesSlide1.xml" Id="Rc50f8b366cbd41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27a2559822342c7" /><Relationship Type="http://schemas.openxmlformats.org/officeDocument/2006/relationships/notesSlide" Target="/ppt/notesSlides/notesSlide2.xml" Id="Rc4b7d07ca34542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9ebc16e2474c27" /><Relationship Type="http://schemas.openxmlformats.org/officeDocument/2006/relationships/notesSlide" Target="/ppt/notesSlides/notesSlide3.xml" Id="Rfbbf127ee88549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3c6e9153564d7b" /><Relationship Type="http://schemas.openxmlformats.org/officeDocument/2006/relationships/notesSlide" Target="/ppt/notesSlides/notesSlide4.xml" Id="Recdaf4cd4f4143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f90b68bbcc04708" /><Relationship Type="http://schemas.openxmlformats.org/officeDocument/2006/relationships/notesSlide" Target="/ppt/notesSlides/notesSlide5.xml" Id="R5a179bdb2ecd48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180d277eea4512" /><Relationship Type="http://schemas.openxmlformats.org/officeDocument/2006/relationships/notesSlide" Target="/ppt/notesSlides/notesSlide6.xml" Id="R3d00b7b97fd849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17695689a14d64" /><Relationship Type="http://schemas.openxmlformats.org/officeDocument/2006/relationships/image" Target="/ppt/media/image.png" Id="R56830eef604b43a0" /><Relationship Type="http://schemas.openxmlformats.org/officeDocument/2006/relationships/notesSlide" Target="/ppt/notesSlides/notesSlide7.xml" Id="R8f321af8760a47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04e40320c948c9" /><Relationship Type="http://schemas.openxmlformats.org/officeDocument/2006/relationships/chart" Target="/ppt/slides/charts/chart1.xml" Id="Rb910b5b2ffee4946" /><Relationship Type="http://schemas.openxmlformats.org/officeDocument/2006/relationships/notesSlide" Target="/ppt/notesSlides/notesSlide8.xml" Id="R0fb1d4cf91cf463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d55484e744948e9" /><Relationship Type="http://schemas.openxmlformats.org/officeDocument/2006/relationships/notesSlide" Target="/ppt/notesSlides/notesSlide9.xml" Id="Rbbd49d214bb94e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b113fa3c5e241e7" /><Relationship Type="http://schemas.openxmlformats.org/officeDocument/2006/relationships/notesSlide" Target="/ppt/notesSlides/notesSlide10.xml" Id="R5be777d997f4409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delay (ms)</c:v>
          </c:tx>
          <c:spPr>
            <a:solidFill xmlns:a="http://schemas.openxmlformats.org/drawingml/2006/main">
              <a:srgbClr val="3866E8"/>
            </a:solidFill>
          </c:spPr>
          <c:invertIfNegative val="0"/>
          <c:dPt>
            <c:idx val="0"/>
            <c:invertIfNegative val="0"/>
            <c:spPr>
              <a:solidFill xmlns:a="http://schemas.openxmlformats.org/drawingml/2006/main">
                <a:srgbClr val="009986"/>
              </a:solidFill>
            </c:spPr>
          </c:dPt>
          <c:dPt>
            <c:idx val="1"/>
            <c:invertIfNegative val="0"/>
            <c:spPr>
              <a:solidFill xmlns:a="http://schemas.openxmlformats.org/drawingml/2006/main">
                <a:srgbClr val="94B3EF"/>
              </a:solidFill>
            </c:spPr>
          </c:dPt>
          <c:dPt>
            <c:idx val="2"/>
            <c:invertIfNegative val="0"/>
            <c:spPr>
              <a:solidFill xmlns:a="http://schemas.openxmlformats.org/drawingml/2006/main">
                <a:srgbClr val="3866E8"/>
              </a:solidFill>
            </c:spPr>
          </c:dPt>
          <c:cat>
            <c:strRef>
              <c:f>'Chart Data'!$A$2:$A$4</c:f>
              <c:strCache>
                <c:ptCount val="3"/>
                <c:pt idx="0">
                  <c:v>Hybrid</c:v>
                </c:pt>
                <c:pt idx="1">
                  <c:v>Construction</c:v>
                </c:pt>
                <c:pt idx="2">
                  <c:v>Uniform random</c:v>
                </c:pt>
              </c:strCache>
            </c:strRef>
          </c:cat>
          <c:val>
            <c:numRef>
              <c:f>'Chart Data'!$B$2:$B$4</c:f>
              <c:numCache>
                <c:formatCode>0.0</c:formatCode>
                <c:ptCount val="3"/>
                <c:pt idx="0">
                  <c:v>27.75</c:v>
                </c:pt>
                <c:pt idx="1">
                  <c:v>27.75</c:v>
                </c:pt>
                <c:pt idx="2">
                  <c:v>29.1875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9273E"/>
                  </a:solidFill>
                  <a:latin typeface="Inter"/>
                  <a:ea typeface="Inter"/>
                  <a:cs typeface="Inter"/>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9273E"/>
                </a:solidFill>
                <a:latin typeface="Inter"/>
                <a:ea typeface="Inter"/>
                <a:cs typeface="Inter"/>
              </a:defRPr>
            </a:pPr>
          </a:p>
        </c:txPr>
        <c:crossAx val="48672768"/>
      </c:catAx>
      <c:valAx>
        <c:axId val="48672768"/>
        <c:scaling>
          <c:orientation val="minMax"/>
          <c:max val="35"/>
          <c:min val="0"/>
        </c:scaling>
        <c:delete val="0"/>
        <c:axPos val="l"/>
        <c:majorGridlines>
          <c:spPr>
            <a:ln xmlns:a="http://schemas.openxmlformats.org/drawingml/2006/main" w="9525">
              <a:solidFill>
                <a:srgbClr val="E0E7EF"/>
              </a:solidFill>
            </a:ln>
          </c:spPr>
        </c:majorGridlines>
        <c:title>
          <c:tx>
            <c:rich>
              <a:bodyPr xmlns:a="http://schemas.openxmlformats.org/drawingml/2006/main"/>
              <a:lstStyle xmlns:a="http://schemas.openxmlformats.org/drawingml/2006/main"/>
              <a:p xmlns:a="http://schemas.openxmlformats.org/drawingml/2006/main">
                <a:r>
                  <a:rPr>
                    <a:latin typeface="Inter"/>
                    <a:ea typeface="Inter"/>
                    <a:cs typeface="Inter"/>
                  </a:rPr>
                  <a:t>Mean delay (ms)</a:t>
                </a:r>
              </a:p>
            </c:rich>
          </c:tx>
          <c:overlay val="0"/>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5758B"/>
                </a:solidFill>
                <a:latin typeface="Inter"/>
                <a:ea typeface="Inter"/>
                <a:cs typeface="Inter"/>
              </a:defRPr>
            </a:pPr>
          </a:p>
        </c:txPr>
        <c:crossAx val="48650112"/>
        <c:crossBetween val="between"/>
        <c:majorUnit val="5"/>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4D41B4-B805-43BA-9744-D128E8EC4C3D}"/>
              </a:ext>
            </a:extLst>
          </p:cNvPr>
          <p:cNvSpPr>
            <a:spLocks xmlns:a="http://schemas.openxmlformats.org/drawingml/2006/main" noGrp="1"/>
          </p:cNvSpPr>
          <p:nvPr/>
        </p:nvSpPr>
        <p:spPr>
          <a:xfrm xmlns:a="http://schemas.openxmlformats.org/drawingml/2006/main">
            <a:off x="11144250"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8B"/>
                </a:solidFill>
                <a:latin typeface="Inter"/>
                <a:ea typeface="Inter"/>
                <a:cs typeface="Inter"/>
              </a:defRPr>
            </a:defPPr>
            <a:lvl1pPr>
              <a:defRPr sz="1200" b="0">
                <a:solidFill>
                  <a:srgbClr val="65758B"/>
                </a:solidFill>
                <a:latin typeface="Inter"/>
                <a:ea typeface="Inter"/>
                <a:cs typeface="Inter"/>
              </a:defRPr>
            </a:lvl1pPr>
            <a:lvl2pPr>
              <a:defRPr sz="1200" b="0">
                <a:solidFill>
                  <a:srgbClr val="65758B"/>
                </a:solidFill>
                <a:latin typeface="Inter"/>
                <a:ea typeface="Inter"/>
                <a:cs typeface="Inter"/>
              </a:defRPr>
            </a:lvl2pPr>
            <a:lvl3pPr>
              <a:defRPr sz="1200" b="0">
                <a:solidFill>
                  <a:srgbClr val="65758B"/>
                </a:solidFill>
                <a:latin typeface="Inter"/>
                <a:ea typeface="Inter"/>
                <a:cs typeface="Inter"/>
              </a:defRPr>
            </a:lvl3pPr>
            <a:lvl4pPr>
              <a:defRPr sz="1200" b="0">
                <a:solidFill>
                  <a:srgbClr val="65758B"/>
                </a:solidFill>
                <a:latin typeface="Inter"/>
                <a:ea typeface="Inter"/>
                <a:cs typeface="Inter"/>
              </a:defRPr>
            </a:lvl4pPr>
            <a:lvl5pPr>
              <a:defRPr sz="1200" b="0">
                <a:solidFill>
                  <a:srgbClr val="65758B"/>
                </a:solidFill>
                <a:latin typeface="Inter"/>
                <a:ea typeface="Inter"/>
                <a:cs typeface="Inter"/>
              </a:defRPr>
            </a:lvl5pPr>
            <a:lvl6pPr>
              <a:defRPr sz="1200" b="0">
                <a:solidFill>
                  <a:srgbClr val="65758B"/>
                </a:solidFill>
                <a:latin typeface="Inter"/>
                <a:ea typeface="Inter"/>
                <a:cs typeface="Inter"/>
              </a:defRPr>
            </a:lvl6pPr>
            <a:lvl7pPr>
              <a:defRPr sz="1200" b="0">
                <a:solidFill>
                  <a:srgbClr val="65758B"/>
                </a:solidFill>
                <a:latin typeface="Inter"/>
                <a:ea typeface="Inter"/>
                <a:cs typeface="Inter"/>
              </a:defRPr>
            </a:lvl7pPr>
            <a:lvl8pPr>
              <a:defRPr sz="1200" b="0">
                <a:solidFill>
                  <a:srgbClr val="65758B"/>
                </a:solidFill>
                <a:latin typeface="Inter"/>
                <a:ea typeface="Inter"/>
                <a:cs typeface="Inter"/>
              </a:defRPr>
            </a:lvl8pPr>
            <a:lvl9pPr>
              <a:defRPr sz="1200" b="0">
                <a:solidFill>
                  <a:srgbClr val="65758B"/>
                </a:solidFill>
                <a:latin typeface="Inter"/>
                <a:ea typeface="Inter"/>
                <a:cs typeface="Inter"/>
              </a:defRPr>
            </a:lvl9pPr>
          </a:lstStyle>
          <a:p xmlns:a="http://schemas.openxmlformats.org/drawingml/2006/main">
            <a:pPr>
              <a:defRPr sz="1200" b="0">
                <a:solidFill>
                  <a:srgbClr val="65758B"/>
                </a:solidFill>
                <a:latin typeface="Inter"/>
                <a:ea typeface="Inter"/>
                <a:cs typeface="Inter"/>
              </a:defRPr>
            </a:pPr>
            <a:r>
              <a:rPr sz="1200" b="0">
                <a:solidFill>
                  <a:srgbClr val="65758B"/>
                </a:solidFill>
                <a:latin typeface="Inter"/>
                <a:ea typeface="Inter"/>
                <a:cs typeface="Inter"/>
              </a:rPr>
              <a:t>01</a:t>
            </a:r>
          </a:p>
        </p:txBody>
      </p:sp>
      <p:sp>
        <p:nvSpPr>
          <p:cNvPr id="2" name="">
            <a:extLst xmlns:a="http://schemas.openxmlformats.org/drawingml/2006/main">
              <a:ext uri="{FF2B5EF4-FFF2-40B4-BE49-F238E27FC236}">
                <a16:creationId xmlns:a16="http://schemas.microsoft.com/office/drawing/2014/main" id="{296786B5-A78B-4DF9-80D7-ACA85D7856B8}"/>
              </a:ext>
            </a:extLst>
          </p:cNvPr>
          <p:cNvSpPr>
            <a:spLocks xmlns:a="http://schemas.openxmlformats.org/drawingml/2006/main" noGrp="1"/>
          </p:cNvSpPr>
          <p:nvPr/>
        </p:nvSpPr>
        <p:spPr>
          <a:xfrm xmlns:a="http://schemas.openxmlformats.org/drawingml/2006/main">
            <a:off x="609600" y="6667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09986"/>
                </a:solidFill>
                <a:latin typeface="Inter"/>
                <a:ea typeface="Inter"/>
                <a:cs typeface="Inter"/>
              </a:defRPr>
            </a:defPPr>
            <a:lvl1pPr>
              <a:defRPr sz="1500" b="1">
                <a:solidFill>
                  <a:srgbClr val="009986"/>
                </a:solidFill>
                <a:latin typeface="Inter"/>
                <a:ea typeface="Inter"/>
                <a:cs typeface="Inter"/>
              </a:defRPr>
            </a:lvl1pPr>
            <a:lvl2pPr>
              <a:defRPr sz="1500" b="1">
                <a:solidFill>
                  <a:srgbClr val="009986"/>
                </a:solidFill>
                <a:latin typeface="Inter"/>
                <a:ea typeface="Inter"/>
                <a:cs typeface="Inter"/>
              </a:defRPr>
            </a:lvl2pPr>
            <a:lvl3pPr>
              <a:defRPr sz="1500" b="1">
                <a:solidFill>
                  <a:srgbClr val="009986"/>
                </a:solidFill>
                <a:latin typeface="Inter"/>
                <a:ea typeface="Inter"/>
                <a:cs typeface="Inter"/>
              </a:defRPr>
            </a:lvl3pPr>
            <a:lvl4pPr>
              <a:defRPr sz="1500" b="1">
                <a:solidFill>
                  <a:srgbClr val="009986"/>
                </a:solidFill>
                <a:latin typeface="Inter"/>
                <a:ea typeface="Inter"/>
                <a:cs typeface="Inter"/>
              </a:defRPr>
            </a:lvl4pPr>
            <a:lvl5pPr>
              <a:defRPr sz="1500" b="1">
                <a:solidFill>
                  <a:srgbClr val="009986"/>
                </a:solidFill>
                <a:latin typeface="Inter"/>
                <a:ea typeface="Inter"/>
                <a:cs typeface="Inter"/>
              </a:defRPr>
            </a:lvl5pPr>
            <a:lvl6pPr>
              <a:defRPr sz="1500" b="1">
                <a:solidFill>
                  <a:srgbClr val="009986"/>
                </a:solidFill>
                <a:latin typeface="Inter"/>
                <a:ea typeface="Inter"/>
                <a:cs typeface="Inter"/>
              </a:defRPr>
            </a:lvl6pPr>
            <a:lvl7pPr>
              <a:defRPr sz="1500" b="1">
                <a:solidFill>
                  <a:srgbClr val="009986"/>
                </a:solidFill>
                <a:latin typeface="Inter"/>
                <a:ea typeface="Inter"/>
                <a:cs typeface="Inter"/>
              </a:defRPr>
            </a:lvl7pPr>
            <a:lvl8pPr>
              <a:defRPr sz="1500" b="1">
                <a:solidFill>
                  <a:srgbClr val="009986"/>
                </a:solidFill>
                <a:latin typeface="Inter"/>
                <a:ea typeface="Inter"/>
                <a:cs typeface="Inter"/>
              </a:defRPr>
            </a:lvl8pPr>
            <a:lvl9pPr>
              <a:defRPr sz="1500" b="1">
                <a:solidFill>
                  <a:srgbClr val="009986"/>
                </a:solidFill>
                <a:latin typeface="Inter"/>
                <a:ea typeface="Inter"/>
                <a:cs typeface="Inter"/>
              </a:defRPr>
            </a:lvl9pPr>
          </a:lstStyle>
          <a:p xmlns:a="http://schemas.openxmlformats.org/drawingml/2006/main">
            <a:pPr>
              <a:defRPr sz="1500" b="1">
                <a:solidFill>
                  <a:srgbClr val="009986"/>
                </a:solidFill>
                <a:latin typeface="Inter"/>
                <a:ea typeface="Inter"/>
                <a:cs typeface="Inter"/>
              </a:defRPr>
            </a:pPr>
            <a:r>
              <a:rPr sz="1500" b="1">
                <a:solidFill>
                  <a:srgbClr val="009986"/>
                </a:solidFill>
                <a:latin typeface="Inter"/>
                <a:ea typeface="Inter"/>
                <a:cs typeface="Inter"/>
              </a:rPr>
              <a:t>OPTIMIZATION METHODS</a:t>
            </a:r>
          </a:p>
        </p:txBody>
      </p:sp>
      <p:sp>
        <p:nvSpPr>
          <p:cNvPr id="3" name="">
            <a:extLst xmlns:a="http://schemas.openxmlformats.org/drawingml/2006/main">
              <a:ext uri="{FF2B5EF4-FFF2-40B4-BE49-F238E27FC236}">
                <a16:creationId xmlns:a16="http://schemas.microsoft.com/office/drawing/2014/main" id="{152F320F-8CB3-4174-A35F-21D784CEBFD5}"/>
              </a:ext>
            </a:extLst>
          </p:cNvPr>
          <p:cNvSpPr>
            <a:spLocks xmlns:a="http://schemas.openxmlformats.org/drawingml/2006/main" noGrp="1"/>
          </p:cNvSpPr>
          <p:nvPr/>
        </p:nvSpPr>
        <p:spPr>
          <a:xfrm xmlns:a="http://schemas.openxmlformats.org/drawingml/2006/main">
            <a:off x="609600" y="1809750"/>
            <a:ext cx="10572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9273E"/>
                </a:solidFill>
                <a:latin typeface="Inter"/>
                <a:ea typeface="Inter"/>
                <a:cs typeface="Inter"/>
              </a:defRPr>
            </a:defPPr>
            <a:lvl1pPr>
              <a:defRPr sz="5700" b="1">
                <a:solidFill>
                  <a:srgbClr val="19273E"/>
                </a:solidFill>
                <a:latin typeface="Inter"/>
                <a:ea typeface="Inter"/>
                <a:cs typeface="Inter"/>
              </a:defRPr>
            </a:lvl1pPr>
            <a:lvl2pPr>
              <a:defRPr sz="5700" b="1">
                <a:solidFill>
                  <a:srgbClr val="19273E"/>
                </a:solidFill>
                <a:latin typeface="Inter"/>
                <a:ea typeface="Inter"/>
                <a:cs typeface="Inter"/>
              </a:defRPr>
            </a:lvl2pPr>
            <a:lvl3pPr>
              <a:defRPr sz="5700" b="1">
                <a:solidFill>
                  <a:srgbClr val="19273E"/>
                </a:solidFill>
                <a:latin typeface="Inter"/>
                <a:ea typeface="Inter"/>
                <a:cs typeface="Inter"/>
              </a:defRPr>
            </a:lvl3pPr>
            <a:lvl4pPr>
              <a:defRPr sz="5700" b="1">
                <a:solidFill>
                  <a:srgbClr val="19273E"/>
                </a:solidFill>
                <a:latin typeface="Inter"/>
                <a:ea typeface="Inter"/>
                <a:cs typeface="Inter"/>
              </a:defRPr>
            </a:lvl4pPr>
            <a:lvl5pPr>
              <a:defRPr sz="5700" b="1">
                <a:solidFill>
                  <a:srgbClr val="19273E"/>
                </a:solidFill>
                <a:latin typeface="Inter"/>
                <a:ea typeface="Inter"/>
                <a:cs typeface="Inter"/>
              </a:defRPr>
            </a:lvl5pPr>
            <a:lvl6pPr>
              <a:defRPr sz="5700" b="1">
                <a:solidFill>
                  <a:srgbClr val="19273E"/>
                </a:solidFill>
                <a:latin typeface="Inter"/>
                <a:ea typeface="Inter"/>
                <a:cs typeface="Inter"/>
              </a:defRPr>
            </a:lvl6pPr>
            <a:lvl7pPr>
              <a:defRPr sz="5700" b="1">
                <a:solidFill>
                  <a:srgbClr val="19273E"/>
                </a:solidFill>
                <a:latin typeface="Inter"/>
                <a:ea typeface="Inter"/>
                <a:cs typeface="Inter"/>
              </a:defRPr>
            </a:lvl7pPr>
            <a:lvl8pPr>
              <a:defRPr sz="5700" b="1">
                <a:solidFill>
                  <a:srgbClr val="19273E"/>
                </a:solidFill>
                <a:latin typeface="Inter"/>
                <a:ea typeface="Inter"/>
                <a:cs typeface="Inter"/>
              </a:defRPr>
            </a:lvl8pPr>
            <a:lvl9pPr>
              <a:defRPr sz="5700" b="1">
                <a:solidFill>
                  <a:srgbClr val="19273E"/>
                </a:solidFill>
                <a:latin typeface="Inter"/>
                <a:ea typeface="Inter"/>
                <a:cs typeface="Inter"/>
              </a:defRPr>
            </a:lvl9pPr>
          </a:lstStyle>
          <a:p xmlns:a="http://schemas.openxmlformats.org/drawingml/2006/main">
            <a:pPr>
              <a:defRPr sz="5700" b="1">
                <a:solidFill>
                  <a:srgbClr val="19273E"/>
                </a:solidFill>
                <a:latin typeface="Inter"/>
                <a:ea typeface="Inter"/>
                <a:cs typeface="Inter"/>
              </a:defRPr>
            </a:pPr>
            <a:r>
              <a:rPr sz="5700" b="1">
                <a:solidFill>
                  <a:srgbClr val="19273E"/>
                </a:solidFill>
                <a:latin typeface="Inter"/>
                <a:ea typeface="Inter"/>
                <a:cs typeface="Inter"/>
              </a:rPr>
              <a:t>Service placement</a:t>
            </a:r>
          </a:p>
          <a:p xmlns:a="http://schemas.openxmlformats.org/drawingml/2006/main">
            <a:pPr>
              <a:defRPr sz="5700" b="1">
                <a:solidFill>
                  <a:srgbClr val="19273E"/>
                </a:solidFill>
                <a:latin typeface="Inter"/>
                <a:ea typeface="Inter"/>
                <a:cs typeface="Inter"/>
              </a:defRPr>
            </a:pPr>
            <a:r>
              <a:rPr sz="5700" b="1">
                <a:solidFill>
                  <a:srgbClr val="19273E"/>
                </a:solidFill>
                <a:latin typeface="Inter"/>
                <a:ea typeface="Inter"/>
                <a:cs typeface="Inter"/>
              </a:rPr>
              <a:t>with Java</a:t>
            </a:r>
          </a:p>
        </p:txBody>
      </p:sp>
      <p:sp>
        <p:nvSpPr>
          <p:cNvPr id="4" name="">
            <a:extLst xmlns:a="http://schemas.openxmlformats.org/drawingml/2006/main">
              <a:ext uri="{FF2B5EF4-FFF2-40B4-BE49-F238E27FC236}">
                <a16:creationId xmlns:a16="http://schemas.microsoft.com/office/drawing/2014/main" id="{EBEB22AD-918F-4951-983B-67E0B2C4C2AF}"/>
              </a:ext>
            </a:extLst>
          </p:cNvPr>
          <p:cNvSpPr>
            <a:spLocks xmlns:a="http://schemas.openxmlformats.org/drawingml/2006/main" noGrp="1"/>
          </p:cNvSpPr>
          <p:nvPr/>
        </p:nvSpPr>
        <p:spPr>
          <a:xfrm xmlns:a="http://schemas.openxmlformats.org/drawingml/2006/main">
            <a:off x="647700" y="44100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65758B"/>
                </a:solidFill>
                <a:latin typeface="Inter"/>
                <a:ea typeface="Inter"/>
                <a:cs typeface="Inter"/>
              </a:defRPr>
            </a:defPPr>
            <a:lvl1pPr>
              <a:defRPr sz="2325" b="0">
                <a:solidFill>
                  <a:srgbClr val="65758B"/>
                </a:solidFill>
                <a:latin typeface="Inter"/>
                <a:ea typeface="Inter"/>
                <a:cs typeface="Inter"/>
              </a:defRPr>
            </a:lvl1pPr>
            <a:lvl2pPr>
              <a:defRPr sz="2325" b="0">
                <a:solidFill>
                  <a:srgbClr val="65758B"/>
                </a:solidFill>
                <a:latin typeface="Inter"/>
                <a:ea typeface="Inter"/>
                <a:cs typeface="Inter"/>
              </a:defRPr>
            </a:lvl2pPr>
            <a:lvl3pPr>
              <a:defRPr sz="2325" b="0">
                <a:solidFill>
                  <a:srgbClr val="65758B"/>
                </a:solidFill>
                <a:latin typeface="Inter"/>
                <a:ea typeface="Inter"/>
                <a:cs typeface="Inter"/>
              </a:defRPr>
            </a:lvl3pPr>
            <a:lvl4pPr>
              <a:defRPr sz="2325" b="0">
                <a:solidFill>
                  <a:srgbClr val="65758B"/>
                </a:solidFill>
                <a:latin typeface="Inter"/>
                <a:ea typeface="Inter"/>
                <a:cs typeface="Inter"/>
              </a:defRPr>
            </a:lvl4pPr>
            <a:lvl5pPr>
              <a:defRPr sz="2325" b="0">
                <a:solidFill>
                  <a:srgbClr val="65758B"/>
                </a:solidFill>
                <a:latin typeface="Inter"/>
                <a:ea typeface="Inter"/>
                <a:cs typeface="Inter"/>
              </a:defRPr>
            </a:lvl5pPr>
            <a:lvl6pPr>
              <a:defRPr sz="2325" b="0">
                <a:solidFill>
                  <a:srgbClr val="65758B"/>
                </a:solidFill>
                <a:latin typeface="Inter"/>
                <a:ea typeface="Inter"/>
                <a:cs typeface="Inter"/>
              </a:defRPr>
            </a:lvl6pPr>
            <a:lvl7pPr>
              <a:defRPr sz="2325" b="0">
                <a:solidFill>
                  <a:srgbClr val="65758B"/>
                </a:solidFill>
                <a:latin typeface="Inter"/>
                <a:ea typeface="Inter"/>
                <a:cs typeface="Inter"/>
              </a:defRPr>
            </a:lvl7pPr>
            <a:lvl8pPr>
              <a:defRPr sz="2325" b="0">
                <a:solidFill>
                  <a:srgbClr val="65758B"/>
                </a:solidFill>
                <a:latin typeface="Inter"/>
                <a:ea typeface="Inter"/>
                <a:cs typeface="Inter"/>
              </a:defRPr>
            </a:lvl8pPr>
            <a:lvl9pPr>
              <a:defRPr sz="2325" b="0">
                <a:solidFill>
                  <a:srgbClr val="65758B"/>
                </a:solidFill>
                <a:latin typeface="Inter"/>
                <a:ea typeface="Inter"/>
                <a:cs typeface="Inter"/>
              </a:defRPr>
            </a:lvl9pPr>
          </a:lstStyle>
          <a:p xmlns:a="http://schemas.openxmlformats.org/drawingml/2006/main">
            <a:pPr>
              <a:defRPr sz="2325" b="0">
                <a:solidFill>
                  <a:srgbClr val="65758B"/>
                </a:solidFill>
                <a:latin typeface="Inter"/>
                <a:ea typeface="Inter"/>
                <a:cs typeface="Inter"/>
              </a:defRPr>
            </a:pPr>
            <a:r>
              <a:rPr sz="2325" b="0">
                <a:solidFill>
                  <a:srgbClr val="65758B"/>
                </a:solidFill>
                <a:latin typeface="Inter"/>
                <a:ea typeface="Inter"/>
                <a:cs typeface="Inter"/>
              </a:rPr>
              <a:t>4 servers, 12 services</a:t>
            </a:r>
          </a:p>
          <a:p xmlns:a="http://schemas.openxmlformats.org/drawingml/2006/main">
            <a:pPr>
              <a:defRPr sz="2325" b="0">
                <a:solidFill>
                  <a:srgbClr val="65758B"/>
                </a:solidFill>
                <a:latin typeface="Inter"/>
                <a:ea typeface="Inter"/>
                <a:cs typeface="Inter"/>
              </a:defRPr>
            </a:pPr>
            <a:r>
              <a:rPr sz="2325" b="0">
                <a:solidFill>
                  <a:srgbClr val="65758B"/>
                </a:solidFill>
                <a:latin typeface="Inter"/>
                <a:ea typeface="Inter"/>
                <a:cs typeface="Inter"/>
              </a:rPr>
              <a:t>An approximate search with reproducible evidence</a:t>
            </a:r>
          </a:p>
        </p:txBody>
      </p:sp>
      <p:sp>
        <p:nvSpPr>
          <p:cNvPr id="5" name="">
            <a:extLst xmlns:a="http://schemas.openxmlformats.org/drawingml/2006/main">
              <a:ext uri="{FF2B5EF4-FFF2-40B4-BE49-F238E27FC236}">
                <a16:creationId xmlns:a16="http://schemas.microsoft.com/office/drawing/2014/main" id="{6196CBF9-E369-4AC7-BD38-5CAE57E8794E}"/>
              </a:ext>
            </a:extLst>
          </p:cNvPr>
          <p:cNvSpPr>
            <a:spLocks xmlns:a="http://schemas.openxmlformats.org/drawingml/2006/main" noGrp="1"/>
          </p:cNvSpPr>
          <p:nvPr/>
        </p:nvSpPr>
        <p:spPr>
          <a:xfrm xmlns:a="http://schemas.openxmlformats.org/drawingml/2006/main">
            <a:off x="647700" y="59436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9273E"/>
                </a:solidFill>
                <a:latin typeface="Inter"/>
                <a:ea typeface="Inter"/>
                <a:cs typeface="Inter"/>
              </a:defRPr>
            </a:defPPr>
            <a:lvl1pPr>
              <a:defRPr sz="1725" b="0">
                <a:solidFill>
                  <a:srgbClr val="19273E"/>
                </a:solidFill>
                <a:latin typeface="Inter"/>
                <a:ea typeface="Inter"/>
                <a:cs typeface="Inter"/>
              </a:defRPr>
            </a:lvl1pPr>
            <a:lvl2pPr>
              <a:defRPr sz="1725" b="0">
                <a:solidFill>
                  <a:srgbClr val="19273E"/>
                </a:solidFill>
                <a:latin typeface="Inter"/>
                <a:ea typeface="Inter"/>
                <a:cs typeface="Inter"/>
              </a:defRPr>
            </a:lvl2pPr>
            <a:lvl3pPr>
              <a:defRPr sz="1725" b="0">
                <a:solidFill>
                  <a:srgbClr val="19273E"/>
                </a:solidFill>
                <a:latin typeface="Inter"/>
                <a:ea typeface="Inter"/>
                <a:cs typeface="Inter"/>
              </a:defRPr>
            </a:lvl3pPr>
            <a:lvl4pPr>
              <a:defRPr sz="1725" b="0">
                <a:solidFill>
                  <a:srgbClr val="19273E"/>
                </a:solidFill>
                <a:latin typeface="Inter"/>
                <a:ea typeface="Inter"/>
                <a:cs typeface="Inter"/>
              </a:defRPr>
            </a:lvl4pPr>
            <a:lvl5pPr>
              <a:defRPr sz="1725" b="0">
                <a:solidFill>
                  <a:srgbClr val="19273E"/>
                </a:solidFill>
                <a:latin typeface="Inter"/>
                <a:ea typeface="Inter"/>
                <a:cs typeface="Inter"/>
              </a:defRPr>
            </a:lvl5pPr>
            <a:lvl6pPr>
              <a:defRPr sz="1725" b="0">
                <a:solidFill>
                  <a:srgbClr val="19273E"/>
                </a:solidFill>
                <a:latin typeface="Inter"/>
                <a:ea typeface="Inter"/>
                <a:cs typeface="Inter"/>
              </a:defRPr>
            </a:lvl6pPr>
            <a:lvl7pPr>
              <a:defRPr sz="1725" b="0">
                <a:solidFill>
                  <a:srgbClr val="19273E"/>
                </a:solidFill>
                <a:latin typeface="Inter"/>
                <a:ea typeface="Inter"/>
                <a:cs typeface="Inter"/>
              </a:defRPr>
            </a:lvl7pPr>
            <a:lvl8pPr>
              <a:defRPr sz="1725" b="0">
                <a:solidFill>
                  <a:srgbClr val="19273E"/>
                </a:solidFill>
                <a:latin typeface="Inter"/>
                <a:ea typeface="Inter"/>
                <a:cs typeface="Inter"/>
              </a:defRPr>
            </a:lvl8pPr>
            <a:lvl9pPr>
              <a:defRPr sz="1725" b="0">
                <a:solidFill>
                  <a:srgbClr val="19273E"/>
                </a:solidFill>
                <a:latin typeface="Inter"/>
                <a:ea typeface="Inter"/>
                <a:cs typeface="Inter"/>
              </a:defRPr>
            </a:lvl9pPr>
          </a:lstStyle>
          <a:p xmlns:a="http://schemas.openxmlformats.org/drawingml/2006/main">
            <a:pPr>
              <a:defRPr sz="1725" b="0">
                <a:solidFill>
                  <a:srgbClr val="19273E"/>
                </a:solidFill>
                <a:latin typeface="Inter"/>
                <a:ea typeface="Inter"/>
                <a:cs typeface="Inter"/>
              </a:defRPr>
            </a:pPr>
            <a:r>
              <a:rPr sz="1725" b="0">
                <a:solidFill>
                  <a:srgbClr val="19273E"/>
                </a:solidFill>
                <a:latin typeface="Inter"/>
                <a:ea typeface="Inter"/>
                <a:cs typeface="Inter"/>
              </a:rPr>
              <a:t>Prepared for Dr. Godar</a:t>
            </a:r>
          </a:p>
        </p:txBody>
      </p:sp>
    </p:spTree>
    <p:extLst>
      <p:ext uri="{BB962C8B-B14F-4D97-AF65-F5344CB8AC3E}">
        <p14:creationId xmlns:p14="http://schemas.microsoft.com/office/powerpoint/2010/main" val="1236053260"/>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E66CF6F-8776-4CED-9992-626D4BF8EFB6}"/>
              </a:ext>
            </a:extLst>
          </p:cNvPr>
          <p:cNvSpPr>
            <a:spLocks xmlns:a="http://schemas.openxmlformats.org/drawingml/2006/main" noGrp="1"/>
          </p:cNvSpPr>
          <p:nvPr/>
        </p:nvSpPr>
        <p:spPr>
          <a:xfrm xmlns:a="http://schemas.openxmlformats.org/drawingml/2006/main">
            <a:off x="609600" y="428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73E"/>
                </a:solidFill>
                <a:latin typeface="Inter"/>
                <a:ea typeface="Inter"/>
                <a:cs typeface="Inter"/>
              </a:defRPr>
            </a:defPPr>
            <a:lvl1pPr>
              <a:defRPr sz="3300" b="1">
                <a:solidFill>
                  <a:srgbClr val="19273E"/>
                </a:solidFill>
                <a:latin typeface="Inter"/>
                <a:ea typeface="Inter"/>
                <a:cs typeface="Inter"/>
              </a:defRPr>
            </a:lvl1pPr>
            <a:lvl2pPr>
              <a:defRPr sz="3300" b="1">
                <a:solidFill>
                  <a:srgbClr val="19273E"/>
                </a:solidFill>
                <a:latin typeface="Inter"/>
                <a:ea typeface="Inter"/>
                <a:cs typeface="Inter"/>
              </a:defRPr>
            </a:lvl2pPr>
            <a:lvl3pPr>
              <a:defRPr sz="3300" b="1">
                <a:solidFill>
                  <a:srgbClr val="19273E"/>
                </a:solidFill>
                <a:latin typeface="Inter"/>
                <a:ea typeface="Inter"/>
                <a:cs typeface="Inter"/>
              </a:defRPr>
            </a:lvl3pPr>
            <a:lvl4pPr>
              <a:defRPr sz="3300" b="1">
                <a:solidFill>
                  <a:srgbClr val="19273E"/>
                </a:solidFill>
                <a:latin typeface="Inter"/>
                <a:ea typeface="Inter"/>
                <a:cs typeface="Inter"/>
              </a:defRPr>
            </a:lvl4pPr>
            <a:lvl5pPr>
              <a:defRPr sz="3300" b="1">
                <a:solidFill>
                  <a:srgbClr val="19273E"/>
                </a:solidFill>
                <a:latin typeface="Inter"/>
                <a:ea typeface="Inter"/>
                <a:cs typeface="Inter"/>
              </a:defRPr>
            </a:lvl5pPr>
            <a:lvl6pPr>
              <a:defRPr sz="3300" b="1">
                <a:solidFill>
                  <a:srgbClr val="19273E"/>
                </a:solidFill>
                <a:latin typeface="Inter"/>
                <a:ea typeface="Inter"/>
                <a:cs typeface="Inter"/>
              </a:defRPr>
            </a:lvl6pPr>
            <a:lvl7pPr>
              <a:defRPr sz="3300" b="1">
                <a:solidFill>
                  <a:srgbClr val="19273E"/>
                </a:solidFill>
                <a:latin typeface="Inter"/>
                <a:ea typeface="Inter"/>
                <a:cs typeface="Inter"/>
              </a:defRPr>
            </a:lvl7pPr>
            <a:lvl8pPr>
              <a:defRPr sz="3300" b="1">
                <a:solidFill>
                  <a:srgbClr val="19273E"/>
                </a:solidFill>
                <a:latin typeface="Inter"/>
                <a:ea typeface="Inter"/>
                <a:cs typeface="Inter"/>
              </a:defRPr>
            </a:lvl8pPr>
            <a:lvl9pPr>
              <a:defRPr sz="3300" b="1">
                <a:solidFill>
                  <a:srgbClr val="19273E"/>
                </a:solidFill>
                <a:latin typeface="Inter"/>
                <a:ea typeface="Inter"/>
                <a:cs typeface="Inter"/>
              </a:defRPr>
            </a:lvl9pPr>
          </a:lstStyle>
          <a:p xmlns:a="http://schemas.openxmlformats.org/drawingml/2006/main">
            <a:pPr>
              <a:defRPr sz="3300" b="1">
                <a:solidFill>
                  <a:srgbClr val="19273E"/>
                </a:solidFill>
                <a:latin typeface="Inter"/>
                <a:ea typeface="Inter"/>
                <a:cs typeface="Inter"/>
              </a:defRPr>
            </a:pPr>
            <a:r>
              <a:rPr sz="3300" b="1">
                <a:solidFill>
                  <a:srgbClr val="19273E"/>
                </a:solidFill>
                <a:latin typeface="Inter"/>
                <a:ea typeface="Inter"/>
                <a:cs typeface="Inter"/>
              </a:rPr>
              <a:t>The optimization model</a:t>
            </a:r>
          </a:p>
        </p:txBody>
      </p:sp>
      <p:sp>
        <p:nvSpPr>
          <p:cNvPr id="2" name="">
            <a:extLst xmlns:a="http://schemas.openxmlformats.org/drawingml/2006/main">
              <a:ext uri="{FF2B5EF4-FFF2-40B4-BE49-F238E27FC236}">
                <a16:creationId xmlns:a16="http://schemas.microsoft.com/office/drawing/2014/main" id="{BCC85454-EC0C-405A-B0C7-A180E108CD33}"/>
              </a:ext>
            </a:extLst>
          </p:cNvPr>
          <p:cNvSpPr>
            <a:spLocks xmlns:a="http://schemas.openxmlformats.org/drawingml/2006/main" noGrp="1"/>
          </p:cNvSpPr>
          <p:nvPr/>
        </p:nvSpPr>
        <p:spPr>
          <a:xfrm xmlns:a="http://schemas.openxmlformats.org/drawingml/2006/main">
            <a:off x="11144250"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8B"/>
                </a:solidFill>
                <a:latin typeface="Inter"/>
                <a:ea typeface="Inter"/>
                <a:cs typeface="Inter"/>
              </a:defRPr>
            </a:defPPr>
            <a:lvl1pPr>
              <a:defRPr sz="1200" b="0">
                <a:solidFill>
                  <a:srgbClr val="65758B"/>
                </a:solidFill>
                <a:latin typeface="Inter"/>
                <a:ea typeface="Inter"/>
                <a:cs typeface="Inter"/>
              </a:defRPr>
            </a:lvl1pPr>
            <a:lvl2pPr>
              <a:defRPr sz="1200" b="0">
                <a:solidFill>
                  <a:srgbClr val="65758B"/>
                </a:solidFill>
                <a:latin typeface="Inter"/>
                <a:ea typeface="Inter"/>
                <a:cs typeface="Inter"/>
              </a:defRPr>
            </a:lvl2pPr>
            <a:lvl3pPr>
              <a:defRPr sz="1200" b="0">
                <a:solidFill>
                  <a:srgbClr val="65758B"/>
                </a:solidFill>
                <a:latin typeface="Inter"/>
                <a:ea typeface="Inter"/>
                <a:cs typeface="Inter"/>
              </a:defRPr>
            </a:lvl3pPr>
            <a:lvl4pPr>
              <a:defRPr sz="1200" b="0">
                <a:solidFill>
                  <a:srgbClr val="65758B"/>
                </a:solidFill>
                <a:latin typeface="Inter"/>
                <a:ea typeface="Inter"/>
                <a:cs typeface="Inter"/>
              </a:defRPr>
            </a:lvl4pPr>
            <a:lvl5pPr>
              <a:defRPr sz="1200" b="0">
                <a:solidFill>
                  <a:srgbClr val="65758B"/>
                </a:solidFill>
                <a:latin typeface="Inter"/>
                <a:ea typeface="Inter"/>
                <a:cs typeface="Inter"/>
              </a:defRPr>
            </a:lvl5pPr>
            <a:lvl6pPr>
              <a:defRPr sz="1200" b="0">
                <a:solidFill>
                  <a:srgbClr val="65758B"/>
                </a:solidFill>
                <a:latin typeface="Inter"/>
                <a:ea typeface="Inter"/>
                <a:cs typeface="Inter"/>
              </a:defRPr>
            </a:lvl6pPr>
            <a:lvl7pPr>
              <a:defRPr sz="1200" b="0">
                <a:solidFill>
                  <a:srgbClr val="65758B"/>
                </a:solidFill>
                <a:latin typeface="Inter"/>
                <a:ea typeface="Inter"/>
                <a:cs typeface="Inter"/>
              </a:defRPr>
            </a:lvl7pPr>
            <a:lvl8pPr>
              <a:defRPr sz="1200" b="0">
                <a:solidFill>
                  <a:srgbClr val="65758B"/>
                </a:solidFill>
                <a:latin typeface="Inter"/>
                <a:ea typeface="Inter"/>
                <a:cs typeface="Inter"/>
              </a:defRPr>
            </a:lvl8pPr>
            <a:lvl9pPr>
              <a:defRPr sz="1200" b="0">
                <a:solidFill>
                  <a:srgbClr val="65758B"/>
                </a:solidFill>
                <a:latin typeface="Inter"/>
                <a:ea typeface="Inter"/>
                <a:cs typeface="Inter"/>
              </a:defRPr>
            </a:lvl9pPr>
          </a:lstStyle>
          <a:p xmlns:a="http://schemas.openxmlformats.org/drawingml/2006/main">
            <a:pPr>
              <a:defRPr sz="1200" b="0">
                <a:solidFill>
                  <a:srgbClr val="65758B"/>
                </a:solidFill>
                <a:latin typeface="Inter"/>
                <a:ea typeface="Inter"/>
                <a:cs typeface="Inter"/>
              </a:defRPr>
            </a:pPr>
            <a:r>
              <a:rPr sz="1200" b="0">
                <a:solidFill>
                  <a:srgbClr val="65758B"/>
                </a:solidFill>
                <a:latin typeface="Inter"/>
                <a:ea typeface="Inter"/>
                <a:cs typeface="Inter"/>
              </a:rPr>
              <a:t>02</a:t>
            </a:r>
          </a:p>
        </p:txBody>
      </p:sp>
      <p:sp>
        <p:nvSpPr>
          <p:cNvPr id="3" name="">
            <a:extLst xmlns:a="http://schemas.openxmlformats.org/drawingml/2006/main">
              <a:ext uri="{FF2B5EF4-FFF2-40B4-BE49-F238E27FC236}">
                <a16:creationId xmlns:a16="http://schemas.microsoft.com/office/drawing/2014/main" id="{8FC53CCE-C01B-4E01-88A2-FBE1D89251E6}"/>
              </a:ext>
            </a:extLst>
          </p:cNvPr>
          <p:cNvSpPr>
            <a:spLocks xmlns:a="http://schemas.openxmlformats.org/drawingml/2006/main" noGrp="1"/>
          </p:cNvSpPr>
          <p:nvPr/>
        </p:nvSpPr>
        <p:spPr>
          <a:xfrm xmlns:a="http://schemas.openxmlformats.org/drawingml/2006/main">
            <a:off x="609600" y="147637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09986"/>
                </a:solidFill>
                <a:latin typeface="Inter"/>
                <a:ea typeface="Inter"/>
                <a:cs typeface="Inter"/>
              </a:defRPr>
            </a:defPPr>
            <a:lvl1pPr>
              <a:defRPr sz="1575" b="1">
                <a:solidFill>
                  <a:srgbClr val="009986"/>
                </a:solidFill>
                <a:latin typeface="Inter"/>
                <a:ea typeface="Inter"/>
                <a:cs typeface="Inter"/>
              </a:defRPr>
            </a:lvl1pPr>
            <a:lvl2pPr>
              <a:defRPr sz="1575" b="1">
                <a:solidFill>
                  <a:srgbClr val="009986"/>
                </a:solidFill>
                <a:latin typeface="Inter"/>
                <a:ea typeface="Inter"/>
                <a:cs typeface="Inter"/>
              </a:defRPr>
            </a:lvl2pPr>
            <a:lvl3pPr>
              <a:defRPr sz="1575" b="1">
                <a:solidFill>
                  <a:srgbClr val="009986"/>
                </a:solidFill>
                <a:latin typeface="Inter"/>
                <a:ea typeface="Inter"/>
                <a:cs typeface="Inter"/>
              </a:defRPr>
            </a:lvl3pPr>
            <a:lvl4pPr>
              <a:defRPr sz="1575" b="1">
                <a:solidFill>
                  <a:srgbClr val="009986"/>
                </a:solidFill>
                <a:latin typeface="Inter"/>
                <a:ea typeface="Inter"/>
                <a:cs typeface="Inter"/>
              </a:defRPr>
            </a:lvl4pPr>
            <a:lvl5pPr>
              <a:defRPr sz="1575" b="1">
                <a:solidFill>
                  <a:srgbClr val="009986"/>
                </a:solidFill>
                <a:latin typeface="Inter"/>
                <a:ea typeface="Inter"/>
                <a:cs typeface="Inter"/>
              </a:defRPr>
            </a:lvl5pPr>
            <a:lvl6pPr>
              <a:defRPr sz="1575" b="1">
                <a:solidFill>
                  <a:srgbClr val="009986"/>
                </a:solidFill>
                <a:latin typeface="Inter"/>
                <a:ea typeface="Inter"/>
                <a:cs typeface="Inter"/>
              </a:defRPr>
            </a:lvl6pPr>
            <a:lvl7pPr>
              <a:defRPr sz="1575" b="1">
                <a:solidFill>
                  <a:srgbClr val="009986"/>
                </a:solidFill>
                <a:latin typeface="Inter"/>
                <a:ea typeface="Inter"/>
                <a:cs typeface="Inter"/>
              </a:defRPr>
            </a:lvl7pPr>
            <a:lvl8pPr>
              <a:defRPr sz="1575" b="1">
                <a:solidFill>
                  <a:srgbClr val="009986"/>
                </a:solidFill>
                <a:latin typeface="Inter"/>
                <a:ea typeface="Inter"/>
                <a:cs typeface="Inter"/>
              </a:defRPr>
            </a:lvl8pPr>
            <a:lvl9pPr>
              <a:defRPr sz="1575" b="1">
                <a:solidFill>
                  <a:srgbClr val="009986"/>
                </a:solidFill>
                <a:latin typeface="Inter"/>
                <a:ea typeface="Inter"/>
                <a:cs typeface="Inter"/>
              </a:defRPr>
            </a:lvl9pPr>
          </a:lstStyle>
          <a:p xmlns:a="http://schemas.openxmlformats.org/drawingml/2006/main">
            <a:pPr>
              <a:defRPr sz="1575" b="1">
                <a:solidFill>
                  <a:srgbClr val="009986"/>
                </a:solidFill>
                <a:latin typeface="Inter"/>
                <a:ea typeface="Inter"/>
                <a:cs typeface="Inter"/>
              </a:defRPr>
            </a:pPr>
            <a:r>
              <a:rPr sz="1575" b="1">
                <a:solidFill>
                  <a:srgbClr val="009986"/>
                </a:solidFill>
                <a:latin typeface="Inter"/>
                <a:ea typeface="Inter"/>
                <a:cs typeface="Inter"/>
              </a:rPr>
              <a:t>DECISION</a:t>
            </a:r>
          </a:p>
        </p:txBody>
      </p:sp>
      <p:sp>
        <p:nvSpPr>
          <p:cNvPr id="4" name="">
            <a:extLst xmlns:a="http://schemas.openxmlformats.org/drawingml/2006/main">
              <a:ext uri="{FF2B5EF4-FFF2-40B4-BE49-F238E27FC236}">
                <a16:creationId xmlns:a16="http://schemas.microsoft.com/office/drawing/2014/main" id="{453F3E16-B2A6-4A90-92D6-170D0723F4CD}"/>
              </a:ext>
            </a:extLst>
          </p:cNvPr>
          <p:cNvSpPr>
            <a:spLocks xmlns:a="http://schemas.openxmlformats.org/drawingml/2006/main" noGrp="1"/>
          </p:cNvSpPr>
          <p:nvPr/>
        </p:nvSpPr>
        <p:spPr>
          <a:xfrm xmlns:a="http://schemas.openxmlformats.org/drawingml/2006/main">
            <a:off x="3429000" y="1428750"/>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273E"/>
                </a:solidFill>
                <a:latin typeface="Inter"/>
                <a:ea typeface="Inter"/>
                <a:cs typeface="Inter"/>
              </a:defRPr>
            </a:defPPr>
            <a:lvl1pPr>
              <a:defRPr sz="2100" b="0">
                <a:solidFill>
                  <a:srgbClr val="19273E"/>
                </a:solidFill>
                <a:latin typeface="Inter"/>
                <a:ea typeface="Inter"/>
                <a:cs typeface="Inter"/>
              </a:defRPr>
            </a:lvl1pPr>
            <a:lvl2pPr>
              <a:defRPr sz="2100" b="0">
                <a:solidFill>
                  <a:srgbClr val="19273E"/>
                </a:solidFill>
                <a:latin typeface="Inter"/>
                <a:ea typeface="Inter"/>
                <a:cs typeface="Inter"/>
              </a:defRPr>
            </a:lvl2pPr>
            <a:lvl3pPr>
              <a:defRPr sz="2100" b="0">
                <a:solidFill>
                  <a:srgbClr val="19273E"/>
                </a:solidFill>
                <a:latin typeface="Inter"/>
                <a:ea typeface="Inter"/>
                <a:cs typeface="Inter"/>
              </a:defRPr>
            </a:lvl3pPr>
            <a:lvl4pPr>
              <a:defRPr sz="2100" b="0">
                <a:solidFill>
                  <a:srgbClr val="19273E"/>
                </a:solidFill>
                <a:latin typeface="Inter"/>
                <a:ea typeface="Inter"/>
                <a:cs typeface="Inter"/>
              </a:defRPr>
            </a:lvl4pPr>
            <a:lvl5pPr>
              <a:defRPr sz="2100" b="0">
                <a:solidFill>
                  <a:srgbClr val="19273E"/>
                </a:solidFill>
                <a:latin typeface="Inter"/>
                <a:ea typeface="Inter"/>
                <a:cs typeface="Inter"/>
              </a:defRPr>
            </a:lvl5pPr>
            <a:lvl6pPr>
              <a:defRPr sz="2100" b="0">
                <a:solidFill>
                  <a:srgbClr val="19273E"/>
                </a:solidFill>
                <a:latin typeface="Inter"/>
                <a:ea typeface="Inter"/>
                <a:cs typeface="Inter"/>
              </a:defRPr>
            </a:lvl6pPr>
            <a:lvl7pPr>
              <a:defRPr sz="2100" b="0">
                <a:solidFill>
                  <a:srgbClr val="19273E"/>
                </a:solidFill>
                <a:latin typeface="Inter"/>
                <a:ea typeface="Inter"/>
                <a:cs typeface="Inter"/>
              </a:defRPr>
            </a:lvl7pPr>
            <a:lvl8pPr>
              <a:defRPr sz="2100" b="0">
                <a:solidFill>
                  <a:srgbClr val="19273E"/>
                </a:solidFill>
                <a:latin typeface="Inter"/>
                <a:ea typeface="Inter"/>
                <a:cs typeface="Inter"/>
              </a:defRPr>
            </a:lvl8pPr>
            <a:lvl9pPr>
              <a:defRPr sz="2100" b="0">
                <a:solidFill>
                  <a:srgbClr val="19273E"/>
                </a:solidFill>
                <a:latin typeface="Inter"/>
                <a:ea typeface="Inter"/>
                <a:cs typeface="Inter"/>
              </a:defRPr>
            </a:lvl9pPr>
          </a:lstStyle>
          <a:p xmlns:a="http://schemas.openxmlformats.org/drawingml/2006/main">
            <a:pPr>
              <a:defRPr sz="2100" b="0">
                <a:solidFill>
                  <a:srgbClr val="19273E"/>
                </a:solidFill>
                <a:latin typeface="Inter"/>
                <a:ea typeface="Inter"/>
                <a:cs typeface="Inter"/>
              </a:defRPr>
            </a:pPr>
            <a:r>
              <a:rPr sz="2100" b="0">
                <a:solidFill>
                  <a:srgbClr val="19273E"/>
                </a:solidFill>
                <a:latin typeface="Inter"/>
                <a:ea typeface="Inter"/>
                <a:cs typeface="Inter"/>
              </a:rPr>
              <a:t>One server choice for every service</a:t>
            </a:r>
          </a:p>
        </p:txBody>
      </p:sp>
      <p:sp>
        <p:nvSpPr>
          <p:cNvPr id="5" name="">
            <a:extLst xmlns:a="http://schemas.openxmlformats.org/drawingml/2006/main">
              <a:ext uri="{FF2B5EF4-FFF2-40B4-BE49-F238E27FC236}">
                <a16:creationId xmlns:a16="http://schemas.microsoft.com/office/drawing/2014/main" id="{4D18648A-AFB8-470D-AF99-E52BEBBE8367}"/>
              </a:ext>
            </a:extLst>
          </p:cNvPr>
          <p:cNvSpPr>
            <a:spLocks xmlns:a="http://schemas.openxmlformats.org/drawingml/2006/main" noGrp="1"/>
          </p:cNvSpPr>
          <p:nvPr/>
        </p:nvSpPr>
        <p:spPr>
          <a:xfrm xmlns:a="http://schemas.openxmlformats.org/drawingml/2006/main">
            <a:off x="609600" y="242887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09986"/>
                </a:solidFill>
                <a:latin typeface="Inter"/>
                <a:ea typeface="Inter"/>
                <a:cs typeface="Inter"/>
              </a:defRPr>
            </a:defPPr>
            <a:lvl1pPr>
              <a:defRPr sz="1575" b="1">
                <a:solidFill>
                  <a:srgbClr val="009986"/>
                </a:solidFill>
                <a:latin typeface="Inter"/>
                <a:ea typeface="Inter"/>
                <a:cs typeface="Inter"/>
              </a:defRPr>
            </a:lvl1pPr>
            <a:lvl2pPr>
              <a:defRPr sz="1575" b="1">
                <a:solidFill>
                  <a:srgbClr val="009986"/>
                </a:solidFill>
                <a:latin typeface="Inter"/>
                <a:ea typeface="Inter"/>
                <a:cs typeface="Inter"/>
              </a:defRPr>
            </a:lvl2pPr>
            <a:lvl3pPr>
              <a:defRPr sz="1575" b="1">
                <a:solidFill>
                  <a:srgbClr val="009986"/>
                </a:solidFill>
                <a:latin typeface="Inter"/>
                <a:ea typeface="Inter"/>
                <a:cs typeface="Inter"/>
              </a:defRPr>
            </a:lvl3pPr>
            <a:lvl4pPr>
              <a:defRPr sz="1575" b="1">
                <a:solidFill>
                  <a:srgbClr val="009986"/>
                </a:solidFill>
                <a:latin typeface="Inter"/>
                <a:ea typeface="Inter"/>
                <a:cs typeface="Inter"/>
              </a:defRPr>
            </a:lvl4pPr>
            <a:lvl5pPr>
              <a:defRPr sz="1575" b="1">
                <a:solidFill>
                  <a:srgbClr val="009986"/>
                </a:solidFill>
                <a:latin typeface="Inter"/>
                <a:ea typeface="Inter"/>
                <a:cs typeface="Inter"/>
              </a:defRPr>
            </a:lvl5pPr>
            <a:lvl6pPr>
              <a:defRPr sz="1575" b="1">
                <a:solidFill>
                  <a:srgbClr val="009986"/>
                </a:solidFill>
                <a:latin typeface="Inter"/>
                <a:ea typeface="Inter"/>
                <a:cs typeface="Inter"/>
              </a:defRPr>
            </a:lvl6pPr>
            <a:lvl7pPr>
              <a:defRPr sz="1575" b="1">
                <a:solidFill>
                  <a:srgbClr val="009986"/>
                </a:solidFill>
                <a:latin typeface="Inter"/>
                <a:ea typeface="Inter"/>
                <a:cs typeface="Inter"/>
              </a:defRPr>
            </a:lvl7pPr>
            <a:lvl8pPr>
              <a:defRPr sz="1575" b="1">
                <a:solidFill>
                  <a:srgbClr val="009986"/>
                </a:solidFill>
                <a:latin typeface="Inter"/>
                <a:ea typeface="Inter"/>
                <a:cs typeface="Inter"/>
              </a:defRPr>
            </a:lvl8pPr>
            <a:lvl9pPr>
              <a:defRPr sz="1575" b="1">
                <a:solidFill>
                  <a:srgbClr val="009986"/>
                </a:solidFill>
                <a:latin typeface="Inter"/>
                <a:ea typeface="Inter"/>
                <a:cs typeface="Inter"/>
              </a:defRPr>
            </a:lvl9pPr>
          </a:lstStyle>
          <a:p xmlns:a="http://schemas.openxmlformats.org/drawingml/2006/main">
            <a:pPr>
              <a:defRPr sz="1575" b="1">
                <a:solidFill>
                  <a:srgbClr val="009986"/>
                </a:solidFill>
                <a:latin typeface="Inter"/>
                <a:ea typeface="Inter"/>
                <a:cs typeface="Inter"/>
              </a:defRPr>
            </a:pPr>
            <a:r>
              <a:rPr sz="1575" b="1">
                <a:solidFill>
                  <a:srgbClr val="009986"/>
                </a:solidFill>
                <a:latin typeface="Inter"/>
                <a:ea typeface="Inter"/>
                <a:cs typeface="Inter"/>
              </a:rPr>
              <a:t>OBJECTIVE</a:t>
            </a:r>
          </a:p>
        </p:txBody>
      </p:sp>
      <p:sp>
        <p:nvSpPr>
          <p:cNvPr id="6" name="">
            <a:extLst xmlns:a="http://schemas.openxmlformats.org/drawingml/2006/main">
              <a:ext uri="{FF2B5EF4-FFF2-40B4-BE49-F238E27FC236}">
                <a16:creationId xmlns:a16="http://schemas.microsoft.com/office/drawing/2014/main" id="{ED6EA10B-7466-4A54-9638-6C1567189511}"/>
              </a:ext>
            </a:extLst>
          </p:cNvPr>
          <p:cNvSpPr>
            <a:spLocks xmlns:a="http://schemas.openxmlformats.org/drawingml/2006/main" noGrp="1"/>
          </p:cNvSpPr>
          <p:nvPr/>
        </p:nvSpPr>
        <p:spPr>
          <a:xfrm xmlns:a="http://schemas.openxmlformats.org/drawingml/2006/main">
            <a:off x="3429000" y="2381250"/>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273E"/>
                </a:solidFill>
                <a:latin typeface="Inter"/>
                <a:ea typeface="Inter"/>
                <a:cs typeface="Inter"/>
              </a:defRPr>
            </a:defPPr>
            <a:lvl1pPr>
              <a:defRPr sz="2100" b="0">
                <a:solidFill>
                  <a:srgbClr val="19273E"/>
                </a:solidFill>
                <a:latin typeface="Inter"/>
                <a:ea typeface="Inter"/>
                <a:cs typeface="Inter"/>
              </a:defRPr>
            </a:lvl1pPr>
            <a:lvl2pPr>
              <a:defRPr sz="2100" b="0">
                <a:solidFill>
                  <a:srgbClr val="19273E"/>
                </a:solidFill>
                <a:latin typeface="Inter"/>
                <a:ea typeface="Inter"/>
                <a:cs typeface="Inter"/>
              </a:defRPr>
            </a:lvl2pPr>
            <a:lvl3pPr>
              <a:defRPr sz="2100" b="0">
                <a:solidFill>
                  <a:srgbClr val="19273E"/>
                </a:solidFill>
                <a:latin typeface="Inter"/>
                <a:ea typeface="Inter"/>
                <a:cs typeface="Inter"/>
              </a:defRPr>
            </a:lvl3pPr>
            <a:lvl4pPr>
              <a:defRPr sz="2100" b="0">
                <a:solidFill>
                  <a:srgbClr val="19273E"/>
                </a:solidFill>
                <a:latin typeface="Inter"/>
                <a:ea typeface="Inter"/>
                <a:cs typeface="Inter"/>
              </a:defRPr>
            </a:lvl4pPr>
            <a:lvl5pPr>
              <a:defRPr sz="2100" b="0">
                <a:solidFill>
                  <a:srgbClr val="19273E"/>
                </a:solidFill>
                <a:latin typeface="Inter"/>
                <a:ea typeface="Inter"/>
                <a:cs typeface="Inter"/>
              </a:defRPr>
            </a:lvl5pPr>
            <a:lvl6pPr>
              <a:defRPr sz="2100" b="0">
                <a:solidFill>
                  <a:srgbClr val="19273E"/>
                </a:solidFill>
                <a:latin typeface="Inter"/>
                <a:ea typeface="Inter"/>
                <a:cs typeface="Inter"/>
              </a:defRPr>
            </a:lvl6pPr>
            <a:lvl7pPr>
              <a:defRPr sz="2100" b="0">
                <a:solidFill>
                  <a:srgbClr val="19273E"/>
                </a:solidFill>
                <a:latin typeface="Inter"/>
                <a:ea typeface="Inter"/>
                <a:cs typeface="Inter"/>
              </a:defRPr>
            </a:lvl7pPr>
            <a:lvl8pPr>
              <a:defRPr sz="2100" b="0">
                <a:solidFill>
                  <a:srgbClr val="19273E"/>
                </a:solidFill>
                <a:latin typeface="Inter"/>
                <a:ea typeface="Inter"/>
                <a:cs typeface="Inter"/>
              </a:defRPr>
            </a:lvl8pPr>
            <a:lvl9pPr>
              <a:defRPr sz="2100" b="0">
                <a:solidFill>
                  <a:srgbClr val="19273E"/>
                </a:solidFill>
                <a:latin typeface="Inter"/>
                <a:ea typeface="Inter"/>
                <a:cs typeface="Inter"/>
              </a:defRPr>
            </a:lvl9pPr>
          </a:lstStyle>
          <a:p xmlns:a="http://schemas.openxmlformats.org/drawingml/2006/main">
            <a:pPr>
              <a:defRPr sz="2100" b="0">
                <a:solidFill>
                  <a:srgbClr val="19273E"/>
                </a:solidFill>
                <a:latin typeface="Inter"/>
                <a:ea typeface="Inter"/>
                <a:cs typeface="Inter"/>
              </a:defRPr>
            </a:pPr>
            <a:r>
              <a:rPr sz="2100" b="0">
                <a:solidFill>
                  <a:srgbClr val="19273E"/>
                </a:solidFill>
                <a:latin typeface="Inter"/>
                <a:ea typeface="Inter"/>
                <a:cs typeface="Inter"/>
              </a:rPr>
              <a:t>Minimize average service + server delay</a:t>
            </a:r>
          </a:p>
        </p:txBody>
      </p:sp>
      <p:sp>
        <p:nvSpPr>
          <p:cNvPr id="7" name="">
            <a:extLst xmlns:a="http://schemas.openxmlformats.org/drawingml/2006/main">
              <a:ext uri="{FF2B5EF4-FFF2-40B4-BE49-F238E27FC236}">
                <a16:creationId xmlns:a16="http://schemas.microsoft.com/office/drawing/2014/main" id="{0CEBAAC7-4CEF-4E93-B3E8-E577A837777E}"/>
              </a:ext>
            </a:extLst>
          </p:cNvPr>
          <p:cNvSpPr>
            <a:spLocks xmlns:a="http://schemas.openxmlformats.org/drawingml/2006/main" noGrp="1"/>
          </p:cNvSpPr>
          <p:nvPr/>
        </p:nvSpPr>
        <p:spPr>
          <a:xfrm xmlns:a="http://schemas.openxmlformats.org/drawingml/2006/main">
            <a:off x="609600" y="338137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09986"/>
                </a:solidFill>
                <a:latin typeface="Inter"/>
                <a:ea typeface="Inter"/>
                <a:cs typeface="Inter"/>
              </a:defRPr>
            </a:defPPr>
            <a:lvl1pPr>
              <a:defRPr sz="1575" b="1">
                <a:solidFill>
                  <a:srgbClr val="009986"/>
                </a:solidFill>
                <a:latin typeface="Inter"/>
                <a:ea typeface="Inter"/>
                <a:cs typeface="Inter"/>
              </a:defRPr>
            </a:lvl1pPr>
            <a:lvl2pPr>
              <a:defRPr sz="1575" b="1">
                <a:solidFill>
                  <a:srgbClr val="009986"/>
                </a:solidFill>
                <a:latin typeface="Inter"/>
                <a:ea typeface="Inter"/>
                <a:cs typeface="Inter"/>
              </a:defRPr>
            </a:lvl2pPr>
            <a:lvl3pPr>
              <a:defRPr sz="1575" b="1">
                <a:solidFill>
                  <a:srgbClr val="009986"/>
                </a:solidFill>
                <a:latin typeface="Inter"/>
                <a:ea typeface="Inter"/>
                <a:cs typeface="Inter"/>
              </a:defRPr>
            </a:lvl3pPr>
            <a:lvl4pPr>
              <a:defRPr sz="1575" b="1">
                <a:solidFill>
                  <a:srgbClr val="009986"/>
                </a:solidFill>
                <a:latin typeface="Inter"/>
                <a:ea typeface="Inter"/>
                <a:cs typeface="Inter"/>
              </a:defRPr>
            </a:lvl4pPr>
            <a:lvl5pPr>
              <a:defRPr sz="1575" b="1">
                <a:solidFill>
                  <a:srgbClr val="009986"/>
                </a:solidFill>
                <a:latin typeface="Inter"/>
                <a:ea typeface="Inter"/>
                <a:cs typeface="Inter"/>
              </a:defRPr>
            </a:lvl5pPr>
            <a:lvl6pPr>
              <a:defRPr sz="1575" b="1">
                <a:solidFill>
                  <a:srgbClr val="009986"/>
                </a:solidFill>
                <a:latin typeface="Inter"/>
                <a:ea typeface="Inter"/>
                <a:cs typeface="Inter"/>
              </a:defRPr>
            </a:lvl6pPr>
            <a:lvl7pPr>
              <a:defRPr sz="1575" b="1">
                <a:solidFill>
                  <a:srgbClr val="009986"/>
                </a:solidFill>
                <a:latin typeface="Inter"/>
                <a:ea typeface="Inter"/>
                <a:cs typeface="Inter"/>
              </a:defRPr>
            </a:lvl7pPr>
            <a:lvl8pPr>
              <a:defRPr sz="1575" b="1">
                <a:solidFill>
                  <a:srgbClr val="009986"/>
                </a:solidFill>
                <a:latin typeface="Inter"/>
                <a:ea typeface="Inter"/>
                <a:cs typeface="Inter"/>
              </a:defRPr>
            </a:lvl8pPr>
            <a:lvl9pPr>
              <a:defRPr sz="1575" b="1">
                <a:solidFill>
                  <a:srgbClr val="009986"/>
                </a:solidFill>
                <a:latin typeface="Inter"/>
                <a:ea typeface="Inter"/>
                <a:cs typeface="Inter"/>
              </a:defRPr>
            </a:lvl9pPr>
          </a:lstStyle>
          <a:p xmlns:a="http://schemas.openxmlformats.org/drawingml/2006/main">
            <a:pPr>
              <a:defRPr sz="1575" b="1">
                <a:solidFill>
                  <a:srgbClr val="009986"/>
                </a:solidFill>
                <a:latin typeface="Inter"/>
                <a:ea typeface="Inter"/>
                <a:cs typeface="Inter"/>
              </a:defRPr>
            </a:pPr>
            <a:r>
              <a:rPr sz="1575" b="1">
                <a:solidFill>
                  <a:srgbClr val="009986"/>
                </a:solidFill>
                <a:latin typeface="Inter"/>
                <a:ea typeface="Inter"/>
                <a:cs typeface="Inter"/>
              </a:rPr>
              <a:t>CONSTRAINTS</a:t>
            </a:r>
          </a:p>
        </p:txBody>
      </p:sp>
      <p:sp>
        <p:nvSpPr>
          <p:cNvPr id="8" name="">
            <a:extLst xmlns:a="http://schemas.openxmlformats.org/drawingml/2006/main">
              <a:ext uri="{FF2B5EF4-FFF2-40B4-BE49-F238E27FC236}">
                <a16:creationId xmlns:a16="http://schemas.microsoft.com/office/drawing/2014/main" id="{0E762403-92CB-48E7-AF52-B1206089EFFC}"/>
              </a:ext>
            </a:extLst>
          </p:cNvPr>
          <p:cNvSpPr>
            <a:spLocks xmlns:a="http://schemas.openxmlformats.org/drawingml/2006/main" noGrp="1"/>
          </p:cNvSpPr>
          <p:nvPr/>
        </p:nvSpPr>
        <p:spPr>
          <a:xfrm xmlns:a="http://schemas.openxmlformats.org/drawingml/2006/main">
            <a:off x="3429000" y="3333750"/>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273E"/>
                </a:solidFill>
                <a:latin typeface="Inter"/>
                <a:ea typeface="Inter"/>
                <a:cs typeface="Inter"/>
              </a:defRPr>
            </a:defPPr>
            <a:lvl1pPr>
              <a:defRPr sz="2100" b="0">
                <a:solidFill>
                  <a:srgbClr val="19273E"/>
                </a:solidFill>
                <a:latin typeface="Inter"/>
                <a:ea typeface="Inter"/>
                <a:cs typeface="Inter"/>
              </a:defRPr>
            </a:lvl1pPr>
            <a:lvl2pPr>
              <a:defRPr sz="2100" b="0">
                <a:solidFill>
                  <a:srgbClr val="19273E"/>
                </a:solidFill>
                <a:latin typeface="Inter"/>
                <a:ea typeface="Inter"/>
                <a:cs typeface="Inter"/>
              </a:defRPr>
            </a:lvl2pPr>
            <a:lvl3pPr>
              <a:defRPr sz="2100" b="0">
                <a:solidFill>
                  <a:srgbClr val="19273E"/>
                </a:solidFill>
                <a:latin typeface="Inter"/>
                <a:ea typeface="Inter"/>
                <a:cs typeface="Inter"/>
              </a:defRPr>
            </a:lvl3pPr>
            <a:lvl4pPr>
              <a:defRPr sz="2100" b="0">
                <a:solidFill>
                  <a:srgbClr val="19273E"/>
                </a:solidFill>
                <a:latin typeface="Inter"/>
                <a:ea typeface="Inter"/>
                <a:cs typeface="Inter"/>
              </a:defRPr>
            </a:lvl4pPr>
            <a:lvl5pPr>
              <a:defRPr sz="2100" b="0">
                <a:solidFill>
                  <a:srgbClr val="19273E"/>
                </a:solidFill>
                <a:latin typeface="Inter"/>
                <a:ea typeface="Inter"/>
                <a:cs typeface="Inter"/>
              </a:defRPr>
            </a:lvl5pPr>
            <a:lvl6pPr>
              <a:defRPr sz="2100" b="0">
                <a:solidFill>
                  <a:srgbClr val="19273E"/>
                </a:solidFill>
                <a:latin typeface="Inter"/>
                <a:ea typeface="Inter"/>
                <a:cs typeface="Inter"/>
              </a:defRPr>
            </a:lvl6pPr>
            <a:lvl7pPr>
              <a:defRPr sz="2100" b="0">
                <a:solidFill>
                  <a:srgbClr val="19273E"/>
                </a:solidFill>
                <a:latin typeface="Inter"/>
                <a:ea typeface="Inter"/>
                <a:cs typeface="Inter"/>
              </a:defRPr>
            </a:lvl7pPr>
            <a:lvl8pPr>
              <a:defRPr sz="2100" b="0">
                <a:solidFill>
                  <a:srgbClr val="19273E"/>
                </a:solidFill>
                <a:latin typeface="Inter"/>
                <a:ea typeface="Inter"/>
                <a:cs typeface="Inter"/>
              </a:defRPr>
            </a:lvl8pPr>
            <a:lvl9pPr>
              <a:defRPr sz="2100" b="0">
                <a:solidFill>
                  <a:srgbClr val="19273E"/>
                </a:solidFill>
                <a:latin typeface="Inter"/>
                <a:ea typeface="Inter"/>
                <a:cs typeface="Inter"/>
              </a:defRPr>
            </a:lvl9pPr>
          </a:lstStyle>
          <a:p xmlns:a="http://schemas.openxmlformats.org/drawingml/2006/main">
            <a:pPr>
              <a:defRPr sz="2100" b="0">
                <a:solidFill>
                  <a:srgbClr val="19273E"/>
                </a:solidFill>
                <a:latin typeface="Inter"/>
                <a:ea typeface="Inter"/>
                <a:cs typeface="Inter"/>
              </a:defRPr>
            </a:pPr>
            <a:r>
              <a:rPr sz="2100" b="0">
                <a:solidFill>
                  <a:srgbClr val="19273E"/>
                </a:solidFill>
                <a:latin typeface="Inter"/>
                <a:ea typeface="Inter"/>
                <a:cs typeface="Inter"/>
              </a:rPr>
              <a:t>CPU, RAM, storage and minimum service count</a:t>
            </a:r>
          </a:p>
        </p:txBody>
      </p:sp>
      <p:sp>
        <p:nvSpPr>
          <p:cNvPr id="9" name="">
            <a:extLst xmlns:a="http://schemas.openxmlformats.org/drawingml/2006/main">
              <a:ext uri="{FF2B5EF4-FFF2-40B4-BE49-F238E27FC236}">
                <a16:creationId xmlns:a16="http://schemas.microsoft.com/office/drawing/2014/main" id="{1025EB88-3C7D-47D2-BF9D-7D3D5954ECE9}"/>
              </a:ext>
            </a:extLst>
          </p:cNvPr>
          <p:cNvSpPr>
            <a:spLocks xmlns:a="http://schemas.openxmlformats.org/drawingml/2006/main" noGrp="1"/>
          </p:cNvSpPr>
          <p:nvPr/>
        </p:nvSpPr>
        <p:spPr>
          <a:xfrm xmlns:a="http://schemas.openxmlformats.org/drawingml/2006/main">
            <a:off x="609600" y="433387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09986"/>
                </a:solidFill>
                <a:latin typeface="Inter"/>
                <a:ea typeface="Inter"/>
                <a:cs typeface="Inter"/>
              </a:defRPr>
            </a:defPPr>
            <a:lvl1pPr>
              <a:defRPr sz="1575" b="1">
                <a:solidFill>
                  <a:srgbClr val="009986"/>
                </a:solidFill>
                <a:latin typeface="Inter"/>
                <a:ea typeface="Inter"/>
                <a:cs typeface="Inter"/>
              </a:defRPr>
            </a:lvl1pPr>
            <a:lvl2pPr>
              <a:defRPr sz="1575" b="1">
                <a:solidFill>
                  <a:srgbClr val="009986"/>
                </a:solidFill>
                <a:latin typeface="Inter"/>
                <a:ea typeface="Inter"/>
                <a:cs typeface="Inter"/>
              </a:defRPr>
            </a:lvl2pPr>
            <a:lvl3pPr>
              <a:defRPr sz="1575" b="1">
                <a:solidFill>
                  <a:srgbClr val="009986"/>
                </a:solidFill>
                <a:latin typeface="Inter"/>
                <a:ea typeface="Inter"/>
                <a:cs typeface="Inter"/>
              </a:defRPr>
            </a:lvl3pPr>
            <a:lvl4pPr>
              <a:defRPr sz="1575" b="1">
                <a:solidFill>
                  <a:srgbClr val="009986"/>
                </a:solidFill>
                <a:latin typeface="Inter"/>
                <a:ea typeface="Inter"/>
                <a:cs typeface="Inter"/>
              </a:defRPr>
            </a:lvl4pPr>
            <a:lvl5pPr>
              <a:defRPr sz="1575" b="1">
                <a:solidFill>
                  <a:srgbClr val="009986"/>
                </a:solidFill>
                <a:latin typeface="Inter"/>
                <a:ea typeface="Inter"/>
                <a:cs typeface="Inter"/>
              </a:defRPr>
            </a:lvl5pPr>
            <a:lvl6pPr>
              <a:defRPr sz="1575" b="1">
                <a:solidFill>
                  <a:srgbClr val="009986"/>
                </a:solidFill>
                <a:latin typeface="Inter"/>
                <a:ea typeface="Inter"/>
                <a:cs typeface="Inter"/>
              </a:defRPr>
            </a:lvl6pPr>
            <a:lvl7pPr>
              <a:defRPr sz="1575" b="1">
                <a:solidFill>
                  <a:srgbClr val="009986"/>
                </a:solidFill>
                <a:latin typeface="Inter"/>
                <a:ea typeface="Inter"/>
                <a:cs typeface="Inter"/>
              </a:defRPr>
            </a:lvl7pPr>
            <a:lvl8pPr>
              <a:defRPr sz="1575" b="1">
                <a:solidFill>
                  <a:srgbClr val="009986"/>
                </a:solidFill>
                <a:latin typeface="Inter"/>
                <a:ea typeface="Inter"/>
                <a:cs typeface="Inter"/>
              </a:defRPr>
            </a:lvl8pPr>
            <a:lvl9pPr>
              <a:defRPr sz="1575" b="1">
                <a:solidFill>
                  <a:srgbClr val="009986"/>
                </a:solidFill>
                <a:latin typeface="Inter"/>
                <a:ea typeface="Inter"/>
                <a:cs typeface="Inter"/>
              </a:defRPr>
            </a:lvl9pPr>
          </a:lstStyle>
          <a:p xmlns:a="http://schemas.openxmlformats.org/drawingml/2006/main">
            <a:pPr>
              <a:defRPr sz="1575" b="1">
                <a:solidFill>
                  <a:srgbClr val="009986"/>
                </a:solidFill>
                <a:latin typeface="Inter"/>
                <a:ea typeface="Inter"/>
                <a:cs typeface="Inter"/>
              </a:defRPr>
            </a:pPr>
            <a:r>
              <a:rPr sz="1575" b="1">
                <a:solidFill>
                  <a:srgbClr val="009986"/>
                </a:solidFill>
                <a:latin typeface="Inter"/>
                <a:ea typeface="Inter"/>
                <a:cs typeface="Inter"/>
              </a:rPr>
              <a:t>KNOWN INPUTS</a:t>
            </a:r>
          </a:p>
        </p:txBody>
      </p:sp>
      <p:sp>
        <p:nvSpPr>
          <p:cNvPr id="10" name="">
            <a:extLst xmlns:a="http://schemas.openxmlformats.org/drawingml/2006/main">
              <a:ext uri="{FF2B5EF4-FFF2-40B4-BE49-F238E27FC236}">
                <a16:creationId xmlns:a16="http://schemas.microsoft.com/office/drawing/2014/main" id="{F6E9A27C-73AE-433D-9C0F-A15F4BBEB3CD}"/>
              </a:ext>
            </a:extLst>
          </p:cNvPr>
          <p:cNvSpPr>
            <a:spLocks xmlns:a="http://schemas.openxmlformats.org/drawingml/2006/main" noGrp="1"/>
          </p:cNvSpPr>
          <p:nvPr/>
        </p:nvSpPr>
        <p:spPr>
          <a:xfrm xmlns:a="http://schemas.openxmlformats.org/drawingml/2006/main">
            <a:off x="3429000" y="4286250"/>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273E"/>
                </a:solidFill>
                <a:latin typeface="Inter"/>
                <a:ea typeface="Inter"/>
                <a:cs typeface="Inter"/>
              </a:defRPr>
            </a:defPPr>
            <a:lvl1pPr>
              <a:defRPr sz="2100" b="0">
                <a:solidFill>
                  <a:srgbClr val="19273E"/>
                </a:solidFill>
                <a:latin typeface="Inter"/>
                <a:ea typeface="Inter"/>
                <a:cs typeface="Inter"/>
              </a:defRPr>
            </a:lvl1pPr>
            <a:lvl2pPr>
              <a:defRPr sz="2100" b="0">
                <a:solidFill>
                  <a:srgbClr val="19273E"/>
                </a:solidFill>
                <a:latin typeface="Inter"/>
                <a:ea typeface="Inter"/>
                <a:cs typeface="Inter"/>
              </a:defRPr>
            </a:lvl2pPr>
            <a:lvl3pPr>
              <a:defRPr sz="2100" b="0">
                <a:solidFill>
                  <a:srgbClr val="19273E"/>
                </a:solidFill>
                <a:latin typeface="Inter"/>
                <a:ea typeface="Inter"/>
                <a:cs typeface="Inter"/>
              </a:defRPr>
            </a:lvl3pPr>
            <a:lvl4pPr>
              <a:defRPr sz="2100" b="0">
                <a:solidFill>
                  <a:srgbClr val="19273E"/>
                </a:solidFill>
                <a:latin typeface="Inter"/>
                <a:ea typeface="Inter"/>
                <a:cs typeface="Inter"/>
              </a:defRPr>
            </a:lvl4pPr>
            <a:lvl5pPr>
              <a:defRPr sz="2100" b="0">
                <a:solidFill>
                  <a:srgbClr val="19273E"/>
                </a:solidFill>
                <a:latin typeface="Inter"/>
                <a:ea typeface="Inter"/>
                <a:cs typeface="Inter"/>
              </a:defRPr>
            </a:lvl5pPr>
            <a:lvl6pPr>
              <a:defRPr sz="2100" b="0">
                <a:solidFill>
                  <a:srgbClr val="19273E"/>
                </a:solidFill>
                <a:latin typeface="Inter"/>
                <a:ea typeface="Inter"/>
                <a:cs typeface="Inter"/>
              </a:defRPr>
            </a:lvl6pPr>
            <a:lvl7pPr>
              <a:defRPr sz="2100" b="0">
                <a:solidFill>
                  <a:srgbClr val="19273E"/>
                </a:solidFill>
                <a:latin typeface="Inter"/>
                <a:ea typeface="Inter"/>
                <a:cs typeface="Inter"/>
              </a:defRPr>
            </a:lvl7pPr>
            <a:lvl8pPr>
              <a:defRPr sz="2100" b="0">
                <a:solidFill>
                  <a:srgbClr val="19273E"/>
                </a:solidFill>
                <a:latin typeface="Inter"/>
                <a:ea typeface="Inter"/>
                <a:cs typeface="Inter"/>
              </a:defRPr>
            </a:lvl8pPr>
            <a:lvl9pPr>
              <a:defRPr sz="2100" b="0">
                <a:solidFill>
                  <a:srgbClr val="19273E"/>
                </a:solidFill>
                <a:latin typeface="Inter"/>
                <a:ea typeface="Inter"/>
                <a:cs typeface="Inter"/>
              </a:defRPr>
            </a:lvl9pPr>
          </a:lstStyle>
          <a:p xmlns:a="http://schemas.openxmlformats.org/drawingml/2006/main">
            <a:pPr>
              <a:defRPr sz="2100" b="0">
                <a:solidFill>
                  <a:srgbClr val="19273E"/>
                </a:solidFill>
                <a:latin typeface="Inter"/>
                <a:ea typeface="Inter"/>
                <a:cs typeface="Inter"/>
              </a:defRPr>
            </a:pPr>
            <a:r>
              <a:rPr sz="2100" b="0">
                <a:solidFill>
                  <a:srgbClr val="19273E"/>
                </a:solidFill>
                <a:latin typeface="Inter"/>
                <a:ea typeface="Inter"/>
                <a:cs typeface="Inter"/>
              </a:rPr>
              <a:t>Demands, capacities and latencies in stated units</a:t>
            </a:r>
          </a:p>
        </p:txBody>
      </p:sp>
      <p:sp>
        <p:nvSpPr>
          <p:cNvPr id="11" name="">
            <a:extLst xmlns:a="http://schemas.openxmlformats.org/drawingml/2006/main">
              <a:ext uri="{FF2B5EF4-FFF2-40B4-BE49-F238E27FC236}">
                <a16:creationId xmlns:a16="http://schemas.microsoft.com/office/drawing/2014/main" id="{BF088396-D3B4-4E5F-B7D3-90425E939A91}"/>
              </a:ext>
            </a:extLst>
          </p:cNvPr>
          <p:cNvSpPr>
            <a:spLocks xmlns:a="http://schemas.openxmlformats.org/drawingml/2006/main" noGrp="1"/>
          </p:cNvSpPr>
          <p:nvPr/>
        </p:nvSpPr>
        <p:spPr>
          <a:xfrm xmlns:a="http://schemas.openxmlformats.org/drawingml/2006/main">
            <a:off x="609600" y="55911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3866E8"/>
                </a:solidFill>
                <a:latin typeface="Inter"/>
                <a:ea typeface="Inter"/>
                <a:cs typeface="Inter"/>
              </a:defRPr>
            </a:defPPr>
            <a:lvl1pPr>
              <a:defRPr sz="2175" b="1">
                <a:solidFill>
                  <a:srgbClr val="3866E8"/>
                </a:solidFill>
                <a:latin typeface="Inter"/>
                <a:ea typeface="Inter"/>
                <a:cs typeface="Inter"/>
              </a:defRPr>
            </a:lvl1pPr>
            <a:lvl2pPr>
              <a:defRPr sz="2175" b="1">
                <a:solidFill>
                  <a:srgbClr val="3866E8"/>
                </a:solidFill>
                <a:latin typeface="Inter"/>
                <a:ea typeface="Inter"/>
                <a:cs typeface="Inter"/>
              </a:defRPr>
            </a:lvl2pPr>
            <a:lvl3pPr>
              <a:defRPr sz="2175" b="1">
                <a:solidFill>
                  <a:srgbClr val="3866E8"/>
                </a:solidFill>
                <a:latin typeface="Inter"/>
                <a:ea typeface="Inter"/>
                <a:cs typeface="Inter"/>
              </a:defRPr>
            </a:lvl3pPr>
            <a:lvl4pPr>
              <a:defRPr sz="2175" b="1">
                <a:solidFill>
                  <a:srgbClr val="3866E8"/>
                </a:solidFill>
                <a:latin typeface="Inter"/>
                <a:ea typeface="Inter"/>
                <a:cs typeface="Inter"/>
              </a:defRPr>
            </a:lvl4pPr>
            <a:lvl5pPr>
              <a:defRPr sz="2175" b="1">
                <a:solidFill>
                  <a:srgbClr val="3866E8"/>
                </a:solidFill>
                <a:latin typeface="Inter"/>
                <a:ea typeface="Inter"/>
                <a:cs typeface="Inter"/>
              </a:defRPr>
            </a:lvl5pPr>
            <a:lvl6pPr>
              <a:defRPr sz="2175" b="1">
                <a:solidFill>
                  <a:srgbClr val="3866E8"/>
                </a:solidFill>
                <a:latin typeface="Inter"/>
                <a:ea typeface="Inter"/>
                <a:cs typeface="Inter"/>
              </a:defRPr>
            </a:lvl6pPr>
            <a:lvl7pPr>
              <a:defRPr sz="2175" b="1">
                <a:solidFill>
                  <a:srgbClr val="3866E8"/>
                </a:solidFill>
                <a:latin typeface="Inter"/>
                <a:ea typeface="Inter"/>
                <a:cs typeface="Inter"/>
              </a:defRPr>
            </a:lvl7pPr>
            <a:lvl8pPr>
              <a:defRPr sz="2175" b="1">
                <a:solidFill>
                  <a:srgbClr val="3866E8"/>
                </a:solidFill>
                <a:latin typeface="Inter"/>
                <a:ea typeface="Inter"/>
                <a:cs typeface="Inter"/>
              </a:defRPr>
            </a:lvl8pPr>
            <a:lvl9pPr>
              <a:defRPr sz="2175" b="1">
                <a:solidFill>
                  <a:srgbClr val="3866E8"/>
                </a:solidFill>
                <a:latin typeface="Inter"/>
                <a:ea typeface="Inter"/>
                <a:cs typeface="Inter"/>
              </a:defRPr>
            </a:lvl9pPr>
          </a:lstStyle>
          <a:p xmlns:a="http://schemas.openxmlformats.org/drawingml/2006/main">
            <a:pPr>
              <a:defRPr sz="2175" b="1">
                <a:solidFill>
                  <a:srgbClr val="3866E8"/>
                </a:solidFill>
                <a:latin typeface="Inter"/>
                <a:ea typeface="Inter"/>
                <a:cs typeface="Inter"/>
              </a:defRPr>
            </a:pPr>
            <a:r>
              <a:rPr sz="2175" b="1">
                <a:solidFill>
                  <a:srgbClr val="3866E8"/>
                </a:solidFill>
                <a:latin typeface="Inter"/>
                <a:ea typeface="Inter"/>
                <a:cs typeface="Inter"/>
              </a:rPr>
              <a:t>D(x) = sum(service latency + assigned server latency) / 12</a:t>
            </a:r>
          </a:p>
        </p:txBody>
      </p:sp>
    </p:spTree>
    <p:extLst>
      <p:ext uri="{BB962C8B-B14F-4D97-AF65-F5344CB8AC3E}">
        <p14:creationId xmlns:p14="http://schemas.microsoft.com/office/powerpoint/2010/main" val="35188850"/>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79081C-EEFA-46B8-9879-7552FEA7823C}"/>
              </a:ext>
            </a:extLst>
          </p:cNvPr>
          <p:cNvSpPr>
            <a:spLocks xmlns:a="http://schemas.openxmlformats.org/drawingml/2006/main" noGrp="1"/>
          </p:cNvSpPr>
          <p:nvPr/>
        </p:nvSpPr>
        <p:spPr>
          <a:xfrm xmlns:a="http://schemas.openxmlformats.org/drawingml/2006/main">
            <a:off x="609600" y="428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73E"/>
                </a:solidFill>
                <a:latin typeface="Inter"/>
                <a:ea typeface="Inter"/>
                <a:cs typeface="Inter"/>
              </a:defRPr>
            </a:defPPr>
            <a:lvl1pPr>
              <a:defRPr sz="3300" b="1">
                <a:solidFill>
                  <a:srgbClr val="19273E"/>
                </a:solidFill>
                <a:latin typeface="Inter"/>
                <a:ea typeface="Inter"/>
                <a:cs typeface="Inter"/>
              </a:defRPr>
            </a:lvl1pPr>
            <a:lvl2pPr>
              <a:defRPr sz="3300" b="1">
                <a:solidFill>
                  <a:srgbClr val="19273E"/>
                </a:solidFill>
                <a:latin typeface="Inter"/>
                <a:ea typeface="Inter"/>
                <a:cs typeface="Inter"/>
              </a:defRPr>
            </a:lvl2pPr>
            <a:lvl3pPr>
              <a:defRPr sz="3300" b="1">
                <a:solidFill>
                  <a:srgbClr val="19273E"/>
                </a:solidFill>
                <a:latin typeface="Inter"/>
                <a:ea typeface="Inter"/>
                <a:cs typeface="Inter"/>
              </a:defRPr>
            </a:lvl3pPr>
            <a:lvl4pPr>
              <a:defRPr sz="3300" b="1">
                <a:solidFill>
                  <a:srgbClr val="19273E"/>
                </a:solidFill>
                <a:latin typeface="Inter"/>
                <a:ea typeface="Inter"/>
                <a:cs typeface="Inter"/>
              </a:defRPr>
            </a:lvl4pPr>
            <a:lvl5pPr>
              <a:defRPr sz="3300" b="1">
                <a:solidFill>
                  <a:srgbClr val="19273E"/>
                </a:solidFill>
                <a:latin typeface="Inter"/>
                <a:ea typeface="Inter"/>
                <a:cs typeface="Inter"/>
              </a:defRPr>
            </a:lvl5pPr>
            <a:lvl6pPr>
              <a:defRPr sz="3300" b="1">
                <a:solidFill>
                  <a:srgbClr val="19273E"/>
                </a:solidFill>
                <a:latin typeface="Inter"/>
                <a:ea typeface="Inter"/>
                <a:cs typeface="Inter"/>
              </a:defRPr>
            </a:lvl6pPr>
            <a:lvl7pPr>
              <a:defRPr sz="3300" b="1">
                <a:solidFill>
                  <a:srgbClr val="19273E"/>
                </a:solidFill>
                <a:latin typeface="Inter"/>
                <a:ea typeface="Inter"/>
                <a:cs typeface="Inter"/>
              </a:defRPr>
            </a:lvl7pPr>
            <a:lvl8pPr>
              <a:defRPr sz="3300" b="1">
                <a:solidFill>
                  <a:srgbClr val="19273E"/>
                </a:solidFill>
                <a:latin typeface="Inter"/>
                <a:ea typeface="Inter"/>
                <a:cs typeface="Inter"/>
              </a:defRPr>
            </a:lvl8pPr>
            <a:lvl9pPr>
              <a:defRPr sz="3300" b="1">
                <a:solidFill>
                  <a:srgbClr val="19273E"/>
                </a:solidFill>
                <a:latin typeface="Inter"/>
                <a:ea typeface="Inter"/>
                <a:cs typeface="Inter"/>
              </a:defRPr>
            </a:lvl9pPr>
          </a:lstStyle>
          <a:p xmlns:a="http://schemas.openxmlformats.org/drawingml/2006/main">
            <a:pPr>
              <a:defRPr sz="3300" b="1">
                <a:solidFill>
                  <a:srgbClr val="19273E"/>
                </a:solidFill>
                <a:latin typeface="Inter"/>
                <a:ea typeface="Inter"/>
                <a:cs typeface="Inter"/>
              </a:defRPr>
            </a:pPr>
            <a:r>
              <a:rPr sz="3300" b="1">
                <a:solidFill>
                  <a:srgbClr val="19273E"/>
                </a:solidFill>
                <a:latin typeface="Inter"/>
                <a:ea typeface="Inter"/>
                <a:cs typeface="Inter"/>
              </a:rPr>
              <a:t>The search space and our budget</a:t>
            </a:r>
          </a:p>
        </p:txBody>
      </p:sp>
      <p:sp>
        <p:nvSpPr>
          <p:cNvPr id="2" name="">
            <a:extLst xmlns:a="http://schemas.openxmlformats.org/drawingml/2006/main">
              <a:ext uri="{FF2B5EF4-FFF2-40B4-BE49-F238E27FC236}">
                <a16:creationId xmlns:a16="http://schemas.microsoft.com/office/drawing/2014/main" id="{8B759150-33F9-4E60-8356-548E580DE5A7}"/>
              </a:ext>
            </a:extLst>
          </p:cNvPr>
          <p:cNvSpPr>
            <a:spLocks xmlns:a="http://schemas.openxmlformats.org/drawingml/2006/main" noGrp="1"/>
          </p:cNvSpPr>
          <p:nvPr/>
        </p:nvSpPr>
        <p:spPr>
          <a:xfrm xmlns:a="http://schemas.openxmlformats.org/drawingml/2006/main">
            <a:off x="11144250"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8B"/>
                </a:solidFill>
                <a:latin typeface="Inter"/>
                <a:ea typeface="Inter"/>
                <a:cs typeface="Inter"/>
              </a:defRPr>
            </a:defPPr>
            <a:lvl1pPr>
              <a:defRPr sz="1200" b="0">
                <a:solidFill>
                  <a:srgbClr val="65758B"/>
                </a:solidFill>
                <a:latin typeface="Inter"/>
                <a:ea typeface="Inter"/>
                <a:cs typeface="Inter"/>
              </a:defRPr>
            </a:lvl1pPr>
            <a:lvl2pPr>
              <a:defRPr sz="1200" b="0">
                <a:solidFill>
                  <a:srgbClr val="65758B"/>
                </a:solidFill>
                <a:latin typeface="Inter"/>
                <a:ea typeface="Inter"/>
                <a:cs typeface="Inter"/>
              </a:defRPr>
            </a:lvl2pPr>
            <a:lvl3pPr>
              <a:defRPr sz="1200" b="0">
                <a:solidFill>
                  <a:srgbClr val="65758B"/>
                </a:solidFill>
                <a:latin typeface="Inter"/>
                <a:ea typeface="Inter"/>
                <a:cs typeface="Inter"/>
              </a:defRPr>
            </a:lvl3pPr>
            <a:lvl4pPr>
              <a:defRPr sz="1200" b="0">
                <a:solidFill>
                  <a:srgbClr val="65758B"/>
                </a:solidFill>
                <a:latin typeface="Inter"/>
                <a:ea typeface="Inter"/>
                <a:cs typeface="Inter"/>
              </a:defRPr>
            </a:lvl4pPr>
            <a:lvl5pPr>
              <a:defRPr sz="1200" b="0">
                <a:solidFill>
                  <a:srgbClr val="65758B"/>
                </a:solidFill>
                <a:latin typeface="Inter"/>
                <a:ea typeface="Inter"/>
                <a:cs typeface="Inter"/>
              </a:defRPr>
            </a:lvl5pPr>
            <a:lvl6pPr>
              <a:defRPr sz="1200" b="0">
                <a:solidFill>
                  <a:srgbClr val="65758B"/>
                </a:solidFill>
                <a:latin typeface="Inter"/>
                <a:ea typeface="Inter"/>
                <a:cs typeface="Inter"/>
              </a:defRPr>
            </a:lvl6pPr>
            <a:lvl7pPr>
              <a:defRPr sz="1200" b="0">
                <a:solidFill>
                  <a:srgbClr val="65758B"/>
                </a:solidFill>
                <a:latin typeface="Inter"/>
                <a:ea typeface="Inter"/>
                <a:cs typeface="Inter"/>
              </a:defRPr>
            </a:lvl7pPr>
            <a:lvl8pPr>
              <a:defRPr sz="1200" b="0">
                <a:solidFill>
                  <a:srgbClr val="65758B"/>
                </a:solidFill>
                <a:latin typeface="Inter"/>
                <a:ea typeface="Inter"/>
                <a:cs typeface="Inter"/>
              </a:defRPr>
            </a:lvl8pPr>
            <a:lvl9pPr>
              <a:defRPr sz="1200" b="0">
                <a:solidFill>
                  <a:srgbClr val="65758B"/>
                </a:solidFill>
                <a:latin typeface="Inter"/>
                <a:ea typeface="Inter"/>
                <a:cs typeface="Inter"/>
              </a:defRPr>
            </a:lvl9pPr>
          </a:lstStyle>
          <a:p xmlns:a="http://schemas.openxmlformats.org/drawingml/2006/main">
            <a:pPr>
              <a:defRPr sz="1200" b="0">
                <a:solidFill>
                  <a:srgbClr val="65758B"/>
                </a:solidFill>
                <a:latin typeface="Inter"/>
                <a:ea typeface="Inter"/>
                <a:cs typeface="Inter"/>
              </a:defRPr>
            </a:pPr>
            <a:r>
              <a:rPr sz="1200" b="0">
                <a:solidFill>
                  <a:srgbClr val="65758B"/>
                </a:solidFill>
                <a:latin typeface="Inter"/>
                <a:ea typeface="Inter"/>
                <a:cs typeface="Inter"/>
              </a:rPr>
              <a:t>03</a:t>
            </a:r>
          </a:p>
        </p:txBody>
      </p:sp>
      <p:sp>
        <p:nvSpPr>
          <p:cNvPr id="3" name="">
            <a:extLst xmlns:a="http://schemas.openxmlformats.org/drawingml/2006/main">
              <a:ext uri="{FF2B5EF4-FFF2-40B4-BE49-F238E27FC236}">
                <a16:creationId xmlns:a16="http://schemas.microsoft.com/office/drawing/2014/main" id="{03590D72-74AB-4A47-A362-550D8DDCF960}"/>
              </a:ext>
            </a:extLst>
          </p:cNvPr>
          <p:cNvSpPr>
            <a:spLocks xmlns:a="http://schemas.openxmlformats.org/drawingml/2006/main" noGrp="1"/>
          </p:cNvSpPr>
          <p:nvPr/>
        </p:nvSpPr>
        <p:spPr>
          <a:xfrm xmlns:a="http://schemas.openxmlformats.org/drawingml/2006/main">
            <a:off x="609600" y="1533525"/>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500" b="1">
                <a:solidFill>
                  <a:srgbClr val="3866E8"/>
                </a:solidFill>
                <a:latin typeface="Inter"/>
                <a:ea typeface="Inter"/>
                <a:cs typeface="Inter"/>
              </a:defRPr>
            </a:defPPr>
            <a:lvl1pPr>
              <a:defRPr sz="7500" b="1">
                <a:solidFill>
                  <a:srgbClr val="3866E8"/>
                </a:solidFill>
                <a:latin typeface="Inter"/>
                <a:ea typeface="Inter"/>
                <a:cs typeface="Inter"/>
              </a:defRPr>
            </a:lvl1pPr>
            <a:lvl2pPr>
              <a:defRPr sz="7500" b="1">
                <a:solidFill>
                  <a:srgbClr val="3866E8"/>
                </a:solidFill>
                <a:latin typeface="Inter"/>
                <a:ea typeface="Inter"/>
                <a:cs typeface="Inter"/>
              </a:defRPr>
            </a:lvl2pPr>
            <a:lvl3pPr>
              <a:defRPr sz="7500" b="1">
                <a:solidFill>
                  <a:srgbClr val="3866E8"/>
                </a:solidFill>
                <a:latin typeface="Inter"/>
                <a:ea typeface="Inter"/>
                <a:cs typeface="Inter"/>
              </a:defRPr>
            </a:lvl3pPr>
            <a:lvl4pPr>
              <a:defRPr sz="7500" b="1">
                <a:solidFill>
                  <a:srgbClr val="3866E8"/>
                </a:solidFill>
                <a:latin typeface="Inter"/>
                <a:ea typeface="Inter"/>
                <a:cs typeface="Inter"/>
              </a:defRPr>
            </a:lvl4pPr>
            <a:lvl5pPr>
              <a:defRPr sz="7500" b="1">
                <a:solidFill>
                  <a:srgbClr val="3866E8"/>
                </a:solidFill>
                <a:latin typeface="Inter"/>
                <a:ea typeface="Inter"/>
                <a:cs typeface="Inter"/>
              </a:defRPr>
            </a:lvl5pPr>
            <a:lvl6pPr>
              <a:defRPr sz="7500" b="1">
                <a:solidFill>
                  <a:srgbClr val="3866E8"/>
                </a:solidFill>
                <a:latin typeface="Inter"/>
                <a:ea typeface="Inter"/>
                <a:cs typeface="Inter"/>
              </a:defRPr>
            </a:lvl6pPr>
            <a:lvl7pPr>
              <a:defRPr sz="7500" b="1">
                <a:solidFill>
                  <a:srgbClr val="3866E8"/>
                </a:solidFill>
                <a:latin typeface="Inter"/>
                <a:ea typeface="Inter"/>
                <a:cs typeface="Inter"/>
              </a:defRPr>
            </a:lvl7pPr>
            <a:lvl8pPr>
              <a:defRPr sz="7500" b="1">
                <a:solidFill>
                  <a:srgbClr val="3866E8"/>
                </a:solidFill>
                <a:latin typeface="Inter"/>
                <a:ea typeface="Inter"/>
                <a:cs typeface="Inter"/>
              </a:defRPr>
            </a:lvl8pPr>
            <a:lvl9pPr>
              <a:defRPr sz="7500" b="1">
                <a:solidFill>
                  <a:srgbClr val="3866E8"/>
                </a:solidFill>
                <a:latin typeface="Inter"/>
                <a:ea typeface="Inter"/>
                <a:cs typeface="Inter"/>
              </a:defRPr>
            </a:lvl9pPr>
          </a:lstStyle>
          <a:p xmlns:a="http://schemas.openxmlformats.org/drawingml/2006/main">
            <a:pPr>
              <a:defRPr sz="7500" b="1">
                <a:solidFill>
                  <a:srgbClr val="3866E8"/>
                </a:solidFill>
                <a:latin typeface="Inter"/>
                <a:ea typeface="Inter"/>
                <a:cs typeface="Inter"/>
              </a:defRPr>
            </a:pPr>
            <a:r>
              <a:rPr sz="7500" b="1">
                <a:solidFill>
                  <a:srgbClr val="3866E8"/>
                </a:solidFill>
                <a:latin typeface="Inter"/>
                <a:ea typeface="Inter"/>
                <a:cs typeface="Inter"/>
              </a:rPr>
              <a:t>16,777,216</a:t>
            </a:r>
          </a:p>
        </p:txBody>
      </p:sp>
      <p:sp>
        <p:nvSpPr>
          <p:cNvPr id="4" name="">
            <a:extLst xmlns:a="http://schemas.openxmlformats.org/drawingml/2006/main">
              <a:ext uri="{FF2B5EF4-FFF2-40B4-BE49-F238E27FC236}">
                <a16:creationId xmlns:a16="http://schemas.microsoft.com/office/drawing/2014/main" id="{44D40E65-D207-447B-907B-C49CF5C57EE4}"/>
              </a:ext>
            </a:extLst>
          </p:cNvPr>
          <p:cNvSpPr>
            <a:spLocks xmlns:a="http://schemas.openxmlformats.org/drawingml/2006/main" noGrp="1"/>
          </p:cNvSpPr>
          <p:nvPr/>
        </p:nvSpPr>
        <p:spPr>
          <a:xfrm xmlns:a="http://schemas.openxmlformats.org/drawingml/2006/main">
            <a:off x="647700" y="2876550"/>
            <a:ext cx="1019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9273E"/>
                </a:solidFill>
                <a:latin typeface="Inter"/>
                <a:ea typeface="Inter"/>
                <a:cs typeface="Inter"/>
              </a:defRPr>
            </a:defPPr>
            <a:lvl1pPr>
              <a:defRPr sz="2475" b="0">
                <a:solidFill>
                  <a:srgbClr val="19273E"/>
                </a:solidFill>
                <a:latin typeface="Inter"/>
                <a:ea typeface="Inter"/>
                <a:cs typeface="Inter"/>
              </a:defRPr>
            </a:lvl1pPr>
            <a:lvl2pPr>
              <a:defRPr sz="2475" b="0">
                <a:solidFill>
                  <a:srgbClr val="19273E"/>
                </a:solidFill>
                <a:latin typeface="Inter"/>
                <a:ea typeface="Inter"/>
                <a:cs typeface="Inter"/>
              </a:defRPr>
            </a:lvl2pPr>
            <a:lvl3pPr>
              <a:defRPr sz="2475" b="0">
                <a:solidFill>
                  <a:srgbClr val="19273E"/>
                </a:solidFill>
                <a:latin typeface="Inter"/>
                <a:ea typeface="Inter"/>
                <a:cs typeface="Inter"/>
              </a:defRPr>
            </a:lvl3pPr>
            <a:lvl4pPr>
              <a:defRPr sz="2475" b="0">
                <a:solidFill>
                  <a:srgbClr val="19273E"/>
                </a:solidFill>
                <a:latin typeface="Inter"/>
                <a:ea typeface="Inter"/>
                <a:cs typeface="Inter"/>
              </a:defRPr>
            </a:lvl4pPr>
            <a:lvl5pPr>
              <a:defRPr sz="2475" b="0">
                <a:solidFill>
                  <a:srgbClr val="19273E"/>
                </a:solidFill>
                <a:latin typeface="Inter"/>
                <a:ea typeface="Inter"/>
                <a:cs typeface="Inter"/>
              </a:defRPr>
            </a:lvl5pPr>
            <a:lvl6pPr>
              <a:defRPr sz="2475" b="0">
                <a:solidFill>
                  <a:srgbClr val="19273E"/>
                </a:solidFill>
                <a:latin typeface="Inter"/>
                <a:ea typeface="Inter"/>
                <a:cs typeface="Inter"/>
              </a:defRPr>
            </a:lvl6pPr>
            <a:lvl7pPr>
              <a:defRPr sz="2475" b="0">
                <a:solidFill>
                  <a:srgbClr val="19273E"/>
                </a:solidFill>
                <a:latin typeface="Inter"/>
                <a:ea typeface="Inter"/>
                <a:cs typeface="Inter"/>
              </a:defRPr>
            </a:lvl7pPr>
            <a:lvl8pPr>
              <a:defRPr sz="2475" b="0">
                <a:solidFill>
                  <a:srgbClr val="19273E"/>
                </a:solidFill>
                <a:latin typeface="Inter"/>
                <a:ea typeface="Inter"/>
                <a:cs typeface="Inter"/>
              </a:defRPr>
            </a:lvl8pPr>
            <a:lvl9pPr>
              <a:defRPr sz="2475" b="0">
                <a:solidFill>
                  <a:srgbClr val="19273E"/>
                </a:solidFill>
                <a:latin typeface="Inter"/>
                <a:ea typeface="Inter"/>
                <a:cs typeface="Inter"/>
              </a:defRPr>
            </a:lvl9pPr>
          </a:lstStyle>
          <a:p xmlns:a="http://schemas.openxmlformats.org/drawingml/2006/main">
            <a:pPr>
              <a:defRPr sz="2475" b="0">
                <a:solidFill>
                  <a:srgbClr val="19273E"/>
                </a:solidFill>
                <a:latin typeface="Inter"/>
                <a:ea typeface="Inter"/>
                <a:cs typeface="Inter"/>
              </a:defRPr>
            </a:pPr>
            <a:r>
              <a:rPr sz="2475" b="0">
                <a:solidFill>
                  <a:srgbClr val="19273E"/>
                </a:solidFill>
                <a:latin typeface="Inter"/>
                <a:ea typeface="Inter"/>
                <a:cs typeface="Inter"/>
              </a:rPr>
              <a:t>4 choices for each of 12 services</a:t>
            </a:r>
          </a:p>
        </p:txBody>
      </p:sp>
      <p:sp>
        <p:nvSpPr>
          <p:cNvPr id="5" name="">
            <a:extLst xmlns:a="http://schemas.openxmlformats.org/drawingml/2006/main">
              <a:ext uri="{FF2B5EF4-FFF2-40B4-BE49-F238E27FC236}">
                <a16:creationId xmlns:a16="http://schemas.microsoft.com/office/drawing/2014/main" id="{E8075B12-9ABE-4467-8902-9E0DC38840DB}"/>
              </a:ext>
            </a:extLst>
          </p:cNvPr>
          <p:cNvSpPr>
            <a:spLocks xmlns:a="http://schemas.openxmlformats.org/drawingml/2006/main" noGrp="1"/>
          </p:cNvSpPr>
          <p:nvPr/>
        </p:nvSpPr>
        <p:spPr>
          <a:xfrm xmlns:a="http://schemas.openxmlformats.org/drawingml/2006/main">
            <a:off x="647700" y="39433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273E"/>
                </a:solidFill>
                <a:latin typeface="Inter"/>
                <a:ea typeface="Inter"/>
                <a:cs typeface="Inter"/>
              </a:defRPr>
            </a:defPPr>
            <a:lvl1pPr>
              <a:defRPr sz="2400" b="1">
                <a:solidFill>
                  <a:srgbClr val="19273E"/>
                </a:solidFill>
                <a:latin typeface="Inter"/>
                <a:ea typeface="Inter"/>
                <a:cs typeface="Inter"/>
              </a:defRPr>
            </a:lvl1pPr>
            <a:lvl2pPr>
              <a:defRPr sz="2400" b="1">
                <a:solidFill>
                  <a:srgbClr val="19273E"/>
                </a:solidFill>
                <a:latin typeface="Inter"/>
                <a:ea typeface="Inter"/>
                <a:cs typeface="Inter"/>
              </a:defRPr>
            </a:lvl2pPr>
            <a:lvl3pPr>
              <a:defRPr sz="2400" b="1">
                <a:solidFill>
                  <a:srgbClr val="19273E"/>
                </a:solidFill>
                <a:latin typeface="Inter"/>
                <a:ea typeface="Inter"/>
                <a:cs typeface="Inter"/>
              </a:defRPr>
            </a:lvl3pPr>
            <a:lvl4pPr>
              <a:defRPr sz="2400" b="1">
                <a:solidFill>
                  <a:srgbClr val="19273E"/>
                </a:solidFill>
                <a:latin typeface="Inter"/>
                <a:ea typeface="Inter"/>
                <a:cs typeface="Inter"/>
              </a:defRPr>
            </a:lvl4pPr>
            <a:lvl5pPr>
              <a:defRPr sz="2400" b="1">
                <a:solidFill>
                  <a:srgbClr val="19273E"/>
                </a:solidFill>
                <a:latin typeface="Inter"/>
                <a:ea typeface="Inter"/>
                <a:cs typeface="Inter"/>
              </a:defRPr>
            </a:lvl5pPr>
            <a:lvl6pPr>
              <a:defRPr sz="2400" b="1">
                <a:solidFill>
                  <a:srgbClr val="19273E"/>
                </a:solidFill>
                <a:latin typeface="Inter"/>
                <a:ea typeface="Inter"/>
                <a:cs typeface="Inter"/>
              </a:defRPr>
            </a:lvl6pPr>
            <a:lvl7pPr>
              <a:defRPr sz="2400" b="1">
                <a:solidFill>
                  <a:srgbClr val="19273E"/>
                </a:solidFill>
                <a:latin typeface="Inter"/>
                <a:ea typeface="Inter"/>
                <a:cs typeface="Inter"/>
              </a:defRPr>
            </a:lvl7pPr>
            <a:lvl8pPr>
              <a:defRPr sz="2400" b="1">
                <a:solidFill>
                  <a:srgbClr val="19273E"/>
                </a:solidFill>
                <a:latin typeface="Inter"/>
                <a:ea typeface="Inter"/>
                <a:cs typeface="Inter"/>
              </a:defRPr>
            </a:lvl8pPr>
            <a:lvl9pPr>
              <a:defRPr sz="2400" b="1">
                <a:solidFill>
                  <a:srgbClr val="19273E"/>
                </a:solidFill>
                <a:latin typeface="Inter"/>
                <a:ea typeface="Inter"/>
                <a:cs typeface="Inter"/>
              </a:defRPr>
            </a:lvl9pPr>
          </a:lstStyle>
          <a:p xmlns:a="http://schemas.openxmlformats.org/drawingml/2006/main">
            <a:pPr>
              <a:defRPr sz="2400" b="1">
                <a:solidFill>
                  <a:srgbClr val="19273E"/>
                </a:solidFill>
                <a:latin typeface="Inter"/>
                <a:ea typeface="Inter"/>
                <a:cs typeface="Inter"/>
              </a:defRPr>
            </a:pPr>
            <a:r>
              <a:rPr sz="2400" b="1">
                <a:solidFill>
                  <a:srgbClr val="19273E"/>
                </a:solidFill>
                <a:latin typeface="Inter"/>
                <a:ea typeface="Inter"/>
                <a:cs typeface="Inter"/>
              </a:rPr>
              <a:t>Maximum budget: 1,000,000 evaluations</a:t>
            </a:r>
          </a:p>
        </p:txBody>
      </p:sp>
      <p:sp>
        <p:nvSpPr>
          <p:cNvPr id="6" name="">
            <a:extLst xmlns:a="http://schemas.openxmlformats.org/drawingml/2006/main">
              <a:ext uri="{FF2B5EF4-FFF2-40B4-BE49-F238E27FC236}">
                <a16:creationId xmlns:a16="http://schemas.microsoft.com/office/drawing/2014/main" id="{EB883811-0662-4EC6-BB68-86B9E9C763CA}"/>
              </a:ext>
            </a:extLst>
          </p:cNvPr>
          <p:cNvSpPr>
            <a:spLocks xmlns:a="http://schemas.openxmlformats.org/drawingml/2006/main" noGrp="1"/>
          </p:cNvSpPr>
          <p:nvPr/>
        </p:nvSpPr>
        <p:spPr>
          <a:xfrm xmlns:a="http://schemas.openxmlformats.org/drawingml/2006/main">
            <a:off x="647700" y="49053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5758B"/>
                </a:solidFill>
                <a:latin typeface="Inter"/>
                <a:ea typeface="Inter"/>
                <a:cs typeface="Inter"/>
              </a:defRPr>
            </a:defPPr>
            <a:lvl1pPr>
              <a:defRPr sz="2175" b="0">
                <a:solidFill>
                  <a:srgbClr val="65758B"/>
                </a:solidFill>
                <a:latin typeface="Inter"/>
                <a:ea typeface="Inter"/>
                <a:cs typeface="Inter"/>
              </a:defRPr>
            </a:lvl1pPr>
            <a:lvl2pPr>
              <a:defRPr sz="2175" b="0">
                <a:solidFill>
                  <a:srgbClr val="65758B"/>
                </a:solidFill>
                <a:latin typeface="Inter"/>
                <a:ea typeface="Inter"/>
                <a:cs typeface="Inter"/>
              </a:defRPr>
            </a:lvl2pPr>
            <a:lvl3pPr>
              <a:defRPr sz="2175" b="0">
                <a:solidFill>
                  <a:srgbClr val="65758B"/>
                </a:solidFill>
                <a:latin typeface="Inter"/>
                <a:ea typeface="Inter"/>
                <a:cs typeface="Inter"/>
              </a:defRPr>
            </a:lvl3pPr>
            <a:lvl4pPr>
              <a:defRPr sz="2175" b="0">
                <a:solidFill>
                  <a:srgbClr val="65758B"/>
                </a:solidFill>
                <a:latin typeface="Inter"/>
                <a:ea typeface="Inter"/>
                <a:cs typeface="Inter"/>
              </a:defRPr>
            </a:lvl4pPr>
            <a:lvl5pPr>
              <a:defRPr sz="2175" b="0">
                <a:solidFill>
                  <a:srgbClr val="65758B"/>
                </a:solidFill>
                <a:latin typeface="Inter"/>
                <a:ea typeface="Inter"/>
                <a:cs typeface="Inter"/>
              </a:defRPr>
            </a:lvl5pPr>
            <a:lvl6pPr>
              <a:defRPr sz="2175" b="0">
                <a:solidFill>
                  <a:srgbClr val="65758B"/>
                </a:solidFill>
                <a:latin typeface="Inter"/>
                <a:ea typeface="Inter"/>
                <a:cs typeface="Inter"/>
              </a:defRPr>
            </a:lvl6pPr>
            <a:lvl7pPr>
              <a:defRPr sz="2175" b="0">
                <a:solidFill>
                  <a:srgbClr val="65758B"/>
                </a:solidFill>
                <a:latin typeface="Inter"/>
                <a:ea typeface="Inter"/>
                <a:cs typeface="Inter"/>
              </a:defRPr>
            </a:lvl7pPr>
            <a:lvl8pPr>
              <a:defRPr sz="2175" b="0">
                <a:solidFill>
                  <a:srgbClr val="65758B"/>
                </a:solidFill>
                <a:latin typeface="Inter"/>
                <a:ea typeface="Inter"/>
                <a:cs typeface="Inter"/>
              </a:defRPr>
            </a:lvl8pPr>
            <a:lvl9pPr>
              <a:defRPr sz="2175" b="0">
                <a:solidFill>
                  <a:srgbClr val="65758B"/>
                </a:solidFill>
                <a:latin typeface="Inter"/>
                <a:ea typeface="Inter"/>
                <a:cs typeface="Inter"/>
              </a:defRPr>
            </a:lvl9pPr>
          </a:lstStyle>
          <a:p xmlns:a="http://schemas.openxmlformats.org/drawingml/2006/main">
            <a:pPr>
              <a:defRPr sz="2175" b="0">
                <a:solidFill>
                  <a:srgbClr val="65758B"/>
                </a:solidFill>
                <a:latin typeface="Inter"/>
                <a:ea typeface="Inter"/>
                <a:cs typeface="Inter"/>
              </a:defRPr>
            </a:pPr>
            <a:r>
              <a:rPr sz="2175" b="0">
                <a:solidFill>
                  <a:srgbClr val="65758B"/>
                </a:solidFill>
                <a:latin typeface="Inter"/>
                <a:ea typeface="Inter"/>
                <a:cs typeface="Inter"/>
              </a:rPr>
              <a:t>Default stop: three complete batches without improvement</a:t>
            </a:r>
          </a:p>
          <a:p xmlns:a="http://schemas.openxmlformats.org/drawingml/2006/main">
            <a:pPr>
              <a:defRPr sz="2175" b="0">
                <a:solidFill>
                  <a:srgbClr val="65758B"/>
                </a:solidFill>
                <a:latin typeface="Inter"/>
                <a:ea typeface="Inter"/>
                <a:cs typeface="Inter"/>
              </a:defRPr>
            </a:pPr>
            <a:r>
              <a:rPr sz="2175" b="0">
                <a:solidFill>
                  <a:srgbClr val="65758B"/>
                </a:solidFill>
                <a:latin typeface="Inter"/>
                <a:ea typeface="Inter"/>
                <a:cs typeface="Inter"/>
              </a:rPr>
              <a:t>Each batch contains 10,000 evaluations</a:t>
            </a:r>
          </a:p>
        </p:txBody>
      </p:sp>
    </p:spTree>
    <p:extLst>
      <p:ext uri="{BB962C8B-B14F-4D97-AF65-F5344CB8AC3E}">
        <p14:creationId xmlns:p14="http://schemas.microsoft.com/office/powerpoint/2010/main" val="534829736"/>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D3D236C-55DE-44D7-BB63-EE3E09C34074}"/>
              </a:ext>
            </a:extLst>
          </p:cNvPr>
          <p:cNvSpPr>
            <a:spLocks xmlns:a="http://schemas.openxmlformats.org/drawingml/2006/main" noGrp="1"/>
          </p:cNvSpPr>
          <p:nvPr/>
        </p:nvSpPr>
        <p:spPr>
          <a:xfrm xmlns:a="http://schemas.openxmlformats.org/drawingml/2006/main">
            <a:off x="609600" y="428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73E"/>
                </a:solidFill>
                <a:latin typeface="Inter"/>
                <a:ea typeface="Inter"/>
                <a:cs typeface="Inter"/>
              </a:defRPr>
            </a:defPPr>
            <a:lvl1pPr>
              <a:defRPr sz="3300" b="1">
                <a:solidFill>
                  <a:srgbClr val="19273E"/>
                </a:solidFill>
                <a:latin typeface="Inter"/>
                <a:ea typeface="Inter"/>
                <a:cs typeface="Inter"/>
              </a:defRPr>
            </a:lvl1pPr>
            <a:lvl2pPr>
              <a:defRPr sz="3300" b="1">
                <a:solidFill>
                  <a:srgbClr val="19273E"/>
                </a:solidFill>
                <a:latin typeface="Inter"/>
                <a:ea typeface="Inter"/>
                <a:cs typeface="Inter"/>
              </a:defRPr>
            </a:lvl2pPr>
            <a:lvl3pPr>
              <a:defRPr sz="3300" b="1">
                <a:solidFill>
                  <a:srgbClr val="19273E"/>
                </a:solidFill>
                <a:latin typeface="Inter"/>
                <a:ea typeface="Inter"/>
                <a:cs typeface="Inter"/>
              </a:defRPr>
            </a:lvl3pPr>
            <a:lvl4pPr>
              <a:defRPr sz="3300" b="1">
                <a:solidFill>
                  <a:srgbClr val="19273E"/>
                </a:solidFill>
                <a:latin typeface="Inter"/>
                <a:ea typeface="Inter"/>
                <a:cs typeface="Inter"/>
              </a:defRPr>
            </a:lvl4pPr>
            <a:lvl5pPr>
              <a:defRPr sz="3300" b="1">
                <a:solidFill>
                  <a:srgbClr val="19273E"/>
                </a:solidFill>
                <a:latin typeface="Inter"/>
                <a:ea typeface="Inter"/>
                <a:cs typeface="Inter"/>
              </a:defRPr>
            </a:lvl5pPr>
            <a:lvl6pPr>
              <a:defRPr sz="3300" b="1">
                <a:solidFill>
                  <a:srgbClr val="19273E"/>
                </a:solidFill>
                <a:latin typeface="Inter"/>
                <a:ea typeface="Inter"/>
                <a:cs typeface="Inter"/>
              </a:defRPr>
            </a:lvl6pPr>
            <a:lvl7pPr>
              <a:defRPr sz="3300" b="1">
                <a:solidFill>
                  <a:srgbClr val="19273E"/>
                </a:solidFill>
                <a:latin typeface="Inter"/>
                <a:ea typeface="Inter"/>
                <a:cs typeface="Inter"/>
              </a:defRPr>
            </a:lvl7pPr>
            <a:lvl8pPr>
              <a:defRPr sz="3300" b="1">
                <a:solidFill>
                  <a:srgbClr val="19273E"/>
                </a:solidFill>
                <a:latin typeface="Inter"/>
                <a:ea typeface="Inter"/>
                <a:cs typeface="Inter"/>
              </a:defRPr>
            </a:lvl8pPr>
            <a:lvl9pPr>
              <a:defRPr sz="3300" b="1">
                <a:solidFill>
                  <a:srgbClr val="19273E"/>
                </a:solidFill>
                <a:latin typeface="Inter"/>
                <a:ea typeface="Inter"/>
                <a:cs typeface="Inter"/>
              </a:defRPr>
            </a:lvl9pPr>
          </a:lstStyle>
          <a:p xmlns:a="http://schemas.openxmlformats.org/drawingml/2006/main">
            <a:pPr>
              <a:defRPr sz="3300" b="1">
                <a:solidFill>
                  <a:srgbClr val="19273E"/>
                </a:solidFill>
                <a:latin typeface="Inter"/>
                <a:ea typeface="Inter"/>
                <a:cs typeface="Inter"/>
              </a:defRPr>
            </a:pPr>
            <a:r>
              <a:rPr sz="3300" b="1">
                <a:solidFill>
                  <a:srgbClr val="19273E"/>
                </a:solidFill>
                <a:latin typeface="Inter"/>
                <a:ea typeface="Inter"/>
                <a:cs typeface="Inter"/>
              </a:rPr>
              <a:t>GRASP with move and swap descent</a:t>
            </a:r>
          </a:p>
        </p:txBody>
      </p:sp>
      <p:sp>
        <p:nvSpPr>
          <p:cNvPr id="2" name="">
            <a:extLst xmlns:a="http://schemas.openxmlformats.org/drawingml/2006/main">
              <a:ext uri="{FF2B5EF4-FFF2-40B4-BE49-F238E27FC236}">
                <a16:creationId xmlns:a16="http://schemas.microsoft.com/office/drawing/2014/main" id="{8FD46C41-8298-4895-8E33-15F81F0B93EA}"/>
              </a:ext>
            </a:extLst>
          </p:cNvPr>
          <p:cNvSpPr>
            <a:spLocks xmlns:a="http://schemas.openxmlformats.org/drawingml/2006/main" noGrp="1"/>
          </p:cNvSpPr>
          <p:nvPr/>
        </p:nvSpPr>
        <p:spPr>
          <a:xfrm xmlns:a="http://schemas.openxmlformats.org/drawingml/2006/main">
            <a:off x="11144250"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8B"/>
                </a:solidFill>
                <a:latin typeface="Inter"/>
                <a:ea typeface="Inter"/>
                <a:cs typeface="Inter"/>
              </a:defRPr>
            </a:defPPr>
            <a:lvl1pPr>
              <a:defRPr sz="1200" b="0">
                <a:solidFill>
                  <a:srgbClr val="65758B"/>
                </a:solidFill>
                <a:latin typeface="Inter"/>
                <a:ea typeface="Inter"/>
                <a:cs typeface="Inter"/>
              </a:defRPr>
            </a:lvl1pPr>
            <a:lvl2pPr>
              <a:defRPr sz="1200" b="0">
                <a:solidFill>
                  <a:srgbClr val="65758B"/>
                </a:solidFill>
                <a:latin typeface="Inter"/>
                <a:ea typeface="Inter"/>
                <a:cs typeface="Inter"/>
              </a:defRPr>
            </a:lvl2pPr>
            <a:lvl3pPr>
              <a:defRPr sz="1200" b="0">
                <a:solidFill>
                  <a:srgbClr val="65758B"/>
                </a:solidFill>
                <a:latin typeface="Inter"/>
                <a:ea typeface="Inter"/>
                <a:cs typeface="Inter"/>
              </a:defRPr>
            </a:lvl3pPr>
            <a:lvl4pPr>
              <a:defRPr sz="1200" b="0">
                <a:solidFill>
                  <a:srgbClr val="65758B"/>
                </a:solidFill>
                <a:latin typeface="Inter"/>
                <a:ea typeface="Inter"/>
                <a:cs typeface="Inter"/>
              </a:defRPr>
            </a:lvl4pPr>
            <a:lvl5pPr>
              <a:defRPr sz="1200" b="0">
                <a:solidFill>
                  <a:srgbClr val="65758B"/>
                </a:solidFill>
                <a:latin typeface="Inter"/>
                <a:ea typeface="Inter"/>
                <a:cs typeface="Inter"/>
              </a:defRPr>
            </a:lvl5pPr>
            <a:lvl6pPr>
              <a:defRPr sz="1200" b="0">
                <a:solidFill>
                  <a:srgbClr val="65758B"/>
                </a:solidFill>
                <a:latin typeface="Inter"/>
                <a:ea typeface="Inter"/>
                <a:cs typeface="Inter"/>
              </a:defRPr>
            </a:lvl6pPr>
            <a:lvl7pPr>
              <a:defRPr sz="1200" b="0">
                <a:solidFill>
                  <a:srgbClr val="65758B"/>
                </a:solidFill>
                <a:latin typeface="Inter"/>
                <a:ea typeface="Inter"/>
                <a:cs typeface="Inter"/>
              </a:defRPr>
            </a:lvl7pPr>
            <a:lvl8pPr>
              <a:defRPr sz="1200" b="0">
                <a:solidFill>
                  <a:srgbClr val="65758B"/>
                </a:solidFill>
                <a:latin typeface="Inter"/>
                <a:ea typeface="Inter"/>
                <a:cs typeface="Inter"/>
              </a:defRPr>
            </a:lvl8pPr>
            <a:lvl9pPr>
              <a:defRPr sz="1200" b="0">
                <a:solidFill>
                  <a:srgbClr val="65758B"/>
                </a:solidFill>
                <a:latin typeface="Inter"/>
                <a:ea typeface="Inter"/>
                <a:cs typeface="Inter"/>
              </a:defRPr>
            </a:lvl9pPr>
          </a:lstStyle>
          <a:p xmlns:a="http://schemas.openxmlformats.org/drawingml/2006/main">
            <a:pPr>
              <a:defRPr sz="1200" b="0">
                <a:solidFill>
                  <a:srgbClr val="65758B"/>
                </a:solidFill>
                <a:latin typeface="Inter"/>
                <a:ea typeface="Inter"/>
                <a:cs typeface="Inter"/>
              </a:defRPr>
            </a:pPr>
            <a:r>
              <a:rPr sz="1200" b="0">
                <a:solidFill>
                  <a:srgbClr val="65758B"/>
                </a:solidFill>
                <a:latin typeface="Inter"/>
                <a:ea typeface="Inter"/>
                <a:cs typeface="Inter"/>
              </a:rPr>
              <a:t>04</a:t>
            </a:r>
          </a:p>
        </p:txBody>
      </p:sp>
      <p:sp>
        <p:nvSpPr>
          <p:cNvPr id="3" name="">
            <a:extLst xmlns:a="http://schemas.openxmlformats.org/drawingml/2006/main">
              <a:ext uri="{FF2B5EF4-FFF2-40B4-BE49-F238E27FC236}">
                <a16:creationId xmlns:a16="http://schemas.microsoft.com/office/drawing/2014/main" id="{E991C4B8-448B-44D7-AE1F-3D74828CE7BF}"/>
              </a:ext>
            </a:extLst>
          </p:cNvPr>
          <p:cNvSpPr>
            <a:spLocks xmlns:a="http://schemas.openxmlformats.org/drawingml/2006/main" noGrp="1"/>
          </p:cNvSpPr>
          <p:nvPr/>
        </p:nvSpPr>
        <p:spPr>
          <a:xfrm xmlns:a="http://schemas.openxmlformats.org/drawingml/2006/main">
            <a:off x="609600" y="14287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9986"/>
                </a:solidFill>
                <a:latin typeface="Inter"/>
                <a:ea typeface="Inter"/>
                <a:cs typeface="Inter"/>
              </a:defRPr>
            </a:defPPr>
            <a:lvl1pPr>
              <a:defRPr sz="2400" b="1">
                <a:solidFill>
                  <a:srgbClr val="009986"/>
                </a:solidFill>
                <a:latin typeface="Inter"/>
                <a:ea typeface="Inter"/>
                <a:cs typeface="Inter"/>
              </a:defRPr>
            </a:lvl1pPr>
            <a:lvl2pPr>
              <a:defRPr sz="2400" b="1">
                <a:solidFill>
                  <a:srgbClr val="009986"/>
                </a:solidFill>
                <a:latin typeface="Inter"/>
                <a:ea typeface="Inter"/>
                <a:cs typeface="Inter"/>
              </a:defRPr>
            </a:lvl2pPr>
            <a:lvl3pPr>
              <a:defRPr sz="2400" b="1">
                <a:solidFill>
                  <a:srgbClr val="009986"/>
                </a:solidFill>
                <a:latin typeface="Inter"/>
                <a:ea typeface="Inter"/>
                <a:cs typeface="Inter"/>
              </a:defRPr>
            </a:lvl3pPr>
            <a:lvl4pPr>
              <a:defRPr sz="2400" b="1">
                <a:solidFill>
                  <a:srgbClr val="009986"/>
                </a:solidFill>
                <a:latin typeface="Inter"/>
                <a:ea typeface="Inter"/>
                <a:cs typeface="Inter"/>
              </a:defRPr>
            </a:lvl4pPr>
            <a:lvl5pPr>
              <a:defRPr sz="2400" b="1">
                <a:solidFill>
                  <a:srgbClr val="009986"/>
                </a:solidFill>
                <a:latin typeface="Inter"/>
                <a:ea typeface="Inter"/>
                <a:cs typeface="Inter"/>
              </a:defRPr>
            </a:lvl5pPr>
            <a:lvl6pPr>
              <a:defRPr sz="2400" b="1">
                <a:solidFill>
                  <a:srgbClr val="009986"/>
                </a:solidFill>
                <a:latin typeface="Inter"/>
                <a:ea typeface="Inter"/>
                <a:cs typeface="Inter"/>
              </a:defRPr>
            </a:lvl6pPr>
            <a:lvl7pPr>
              <a:defRPr sz="2400" b="1">
                <a:solidFill>
                  <a:srgbClr val="009986"/>
                </a:solidFill>
                <a:latin typeface="Inter"/>
                <a:ea typeface="Inter"/>
                <a:cs typeface="Inter"/>
              </a:defRPr>
            </a:lvl7pPr>
            <a:lvl8pPr>
              <a:defRPr sz="2400" b="1">
                <a:solidFill>
                  <a:srgbClr val="009986"/>
                </a:solidFill>
                <a:latin typeface="Inter"/>
                <a:ea typeface="Inter"/>
                <a:cs typeface="Inter"/>
              </a:defRPr>
            </a:lvl8pPr>
            <a:lvl9pPr>
              <a:defRPr sz="2400" b="1">
                <a:solidFill>
                  <a:srgbClr val="009986"/>
                </a:solidFill>
                <a:latin typeface="Inter"/>
                <a:ea typeface="Inter"/>
                <a:cs typeface="Inter"/>
              </a:defRPr>
            </a:lvl9pPr>
          </a:lstStyle>
          <a:p xmlns:a="http://schemas.openxmlformats.org/drawingml/2006/main">
            <a:pPr>
              <a:defRPr sz="2400" b="1">
                <a:solidFill>
                  <a:srgbClr val="009986"/>
                </a:solidFill>
                <a:latin typeface="Inter"/>
                <a:ea typeface="Inter"/>
                <a:cs typeface="Inter"/>
              </a:defRPr>
            </a:pPr>
            <a:r>
              <a:rPr sz="2400" b="1">
                <a:solidFill>
                  <a:srgbClr val="009986"/>
                </a:solidFill>
                <a:latin typeface="Inter"/>
                <a:ea typeface="Inter"/>
                <a:cs typeface="Inter"/>
              </a:rPr>
              <a:t>01</a:t>
            </a:r>
          </a:p>
        </p:txBody>
      </p:sp>
      <p:sp>
        <p:nvSpPr>
          <p:cNvPr id="4" name="">
            <a:extLst xmlns:a="http://schemas.openxmlformats.org/drawingml/2006/main">
              <a:ext uri="{FF2B5EF4-FFF2-40B4-BE49-F238E27FC236}">
                <a16:creationId xmlns:a16="http://schemas.microsoft.com/office/drawing/2014/main" id="{E999FC64-6B1F-4082-8DB8-3A43B62EDECB}"/>
              </a:ext>
            </a:extLst>
          </p:cNvPr>
          <p:cNvSpPr>
            <a:spLocks xmlns:a="http://schemas.openxmlformats.org/drawingml/2006/main" noGrp="1"/>
          </p:cNvSpPr>
          <p:nvPr/>
        </p:nvSpPr>
        <p:spPr>
          <a:xfrm xmlns:a="http://schemas.openxmlformats.org/drawingml/2006/main">
            <a:off x="1524000" y="1438275"/>
            <a:ext cx="990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273E"/>
                </a:solidFill>
                <a:latin typeface="Inter"/>
                <a:ea typeface="Inter"/>
                <a:cs typeface="Inter"/>
              </a:defRPr>
            </a:defPPr>
            <a:lvl1pPr>
              <a:defRPr sz="2175" b="0">
                <a:solidFill>
                  <a:srgbClr val="19273E"/>
                </a:solidFill>
                <a:latin typeface="Inter"/>
                <a:ea typeface="Inter"/>
                <a:cs typeface="Inter"/>
              </a:defRPr>
            </a:lvl1pPr>
            <a:lvl2pPr>
              <a:defRPr sz="2175" b="0">
                <a:solidFill>
                  <a:srgbClr val="19273E"/>
                </a:solidFill>
                <a:latin typeface="Inter"/>
                <a:ea typeface="Inter"/>
                <a:cs typeface="Inter"/>
              </a:defRPr>
            </a:lvl2pPr>
            <a:lvl3pPr>
              <a:defRPr sz="2175" b="0">
                <a:solidFill>
                  <a:srgbClr val="19273E"/>
                </a:solidFill>
                <a:latin typeface="Inter"/>
                <a:ea typeface="Inter"/>
                <a:cs typeface="Inter"/>
              </a:defRPr>
            </a:lvl3pPr>
            <a:lvl4pPr>
              <a:defRPr sz="2175" b="0">
                <a:solidFill>
                  <a:srgbClr val="19273E"/>
                </a:solidFill>
                <a:latin typeface="Inter"/>
                <a:ea typeface="Inter"/>
                <a:cs typeface="Inter"/>
              </a:defRPr>
            </a:lvl4pPr>
            <a:lvl5pPr>
              <a:defRPr sz="2175" b="0">
                <a:solidFill>
                  <a:srgbClr val="19273E"/>
                </a:solidFill>
                <a:latin typeface="Inter"/>
                <a:ea typeface="Inter"/>
                <a:cs typeface="Inter"/>
              </a:defRPr>
            </a:lvl5pPr>
            <a:lvl6pPr>
              <a:defRPr sz="2175" b="0">
                <a:solidFill>
                  <a:srgbClr val="19273E"/>
                </a:solidFill>
                <a:latin typeface="Inter"/>
                <a:ea typeface="Inter"/>
                <a:cs typeface="Inter"/>
              </a:defRPr>
            </a:lvl6pPr>
            <a:lvl7pPr>
              <a:defRPr sz="2175" b="0">
                <a:solidFill>
                  <a:srgbClr val="19273E"/>
                </a:solidFill>
                <a:latin typeface="Inter"/>
                <a:ea typeface="Inter"/>
                <a:cs typeface="Inter"/>
              </a:defRPr>
            </a:lvl7pPr>
            <a:lvl8pPr>
              <a:defRPr sz="2175" b="0">
                <a:solidFill>
                  <a:srgbClr val="19273E"/>
                </a:solidFill>
                <a:latin typeface="Inter"/>
                <a:ea typeface="Inter"/>
                <a:cs typeface="Inter"/>
              </a:defRPr>
            </a:lvl8pPr>
            <a:lvl9pPr>
              <a:defRPr sz="2175" b="0">
                <a:solidFill>
                  <a:srgbClr val="19273E"/>
                </a:solidFill>
                <a:latin typeface="Inter"/>
                <a:ea typeface="Inter"/>
                <a:cs typeface="Inter"/>
              </a:defRPr>
            </a:lvl9pPr>
          </a:lstStyle>
          <a:p xmlns:a="http://schemas.openxmlformats.org/drawingml/2006/main">
            <a:pPr>
              <a:defRPr sz="2175" b="0">
                <a:solidFill>
                  <a:srgbClr val="19273E"/>
                </a:solidFill>
                <a:latin typeface="Inter"/>
                <a:ea typeface="Inter"/>
                <a:cs typeface="Inter"/>
              </a:defRPr>
            </a:pPr>
            <a:r>
              <a:rPr sz="2175" b="0">
                <a:solidFill>
                  <a:srgbClr val="19273E"/>
                </a:solidFill>
                <a:latin typeface="Inter"/>
                <a:ea typeface="Inter"/>
                <a:cs typeface="Inter"/>
              </a:rPr>
              <a:t>Construct a feasible starting placement</a:t>
            </a:r>
          </a:p>
        </p:txBody>
      </p:sp>
      <p:sp>
        <p:nvSpPr>
          <p:cNvPr id="5" name="">
            <a:extLst xmlns:a="http://schemas.openxmlformats.org/drawingml/2006/main">
              <a:ext uri="{FF2B5EF4-FFF2-40B4-BE49-F238E27FC236}">
                <a16:creationId xmlns:a16="http://schemas.microsoft.com/office/drawing/2014/main" id="{7F9B6B6D-D5B4-4E43-9B7A-D8817D4311ED}"/>
              </a:ext>
            </a:extLst>
          </p:cNvPr>
          <p:cNvSpPr>
            <a:spLocks xmlns:a="http://schemas.openxmlformats.org/drawingml/2006/main" noGrp="1"/>
          </p:cNvSpPr>
          <p:nvPr/>
        </p:nvSpPr>
        <p:spPr>
          <a:xfrm xmlns:a="http://schemas.openxmlformats.org/drawingml/2006/main">
            <a:off x="609600" y="22669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9986"/>
                </a:solidFill>
                <a:latin typeface="Inter"/>
                <a:ea typeface="Inter"/>
                <a:cs typeface="Inter"/>
              </a:defRPr>
            </a:defPPr>
            <a:lvl1pPr>
              <a:defRPr sz="2400" b="1">
                <a:solidFill>
                  <a:srgbClr val="009986"/>
                </a:solidFill>
                <a:latin typeface="Inter"/>
                <a:ea typeface="Inter"/>
                <a:cs typeface="Inter"/>
              </a:defRPr>
            </a:lvl1pPr>
            <a:lvl2pPr>
              <a:defRPr sz="2400" b="1">
                <a:solidFill>
                  <a:srgbClr val="009986"/>
                </a:solidFill>
                <a:latin typeface="Inter"/>
                <a:ea typeface="Inter"/>
                <a:cs typeface="Inter"/>
              </a:defRPr>
            </a:lvl2pPr>
            <a:lvl3pPr>
              <a:defRPr sz="2400" b="1">
                <a:solidFill>
                  <a:srgbClr val="009986"/>
                </a:solidFill>
                <a:latin typeface="Inter"/>
                <a:ea typeface="Inter"/>
                <a:cs typeface="Inter"/>
              </a:defRPr>
            </a:lvl3pPr>
            <a:lvl4pPr>
              <a:defRPr sz="2400" b="1">
                <a:solidFill>
                  <a:srgbClr val="009986"/>
                </a:solidFill>
                <a:latin typeface="Inter"/>
                <a:ea typeface="Inter"/>
                <a:cs typeface="Inter"/>
              </a:defRPr>
            </a:lvl4pPr>
            <a:lvl5pPr>
              <a:defRPr sz="2400" b="1">
                <a:solidFill>
                  <a:srgbClr val="009986"/>
                </a:solidFill>
                <a:latin typeface="Inter"/>
                <a:ea typeface="Inter"/>
                <a:cs typeface="Inter"/>
              </a:defRPr>
            </a:lvl5pPr>
            <a:lvl6pPr>
              <a:defRPr sz="2400" b="1">
                <a:solidFill>
                  <a:srgbClr val="009986"/>
                </a:solidFill>
                <a:latin typeface="Inter"/>
                <a:ea typeface="Inter"/>
                <a:cs typeface="Inter"/>
              </a:defRPr>
            </a:lvl6pPr>
            <a:lvl7pPr>
              <a:defRPr sz="2400" b="1">
                <a:solidFill>
                  <a:srgbClr val="009986"/>
                </a:solidFill>
                <a:latin typeface="Inter"/>
                <a:ea typeface="Inter"/>
                <a:cs typeface="Inter"/>
              </a:defRPr>
            </a:lvl7pPr>
            <a:lvl8pPr>
              <a:defRPr sz="2400" b="1">
                <a:solidFill>
                  <a:srgbClr val="009986"/>
                </a:solidFill>
                <a:latin typeface="Inter"/>
                <a:ea typeface="Inter"/>
                <a:cs typeface="Inter"/>
              </a:defRPr>
            </a:lvl8pPr>
            <a:lvl9pPr>
              <a:defRPr sz="2400" b="1">
                <a:solidFill>
                  <a:srgbClr val="009986"/>
                </a:solidFill>
                <a:latin typeface="Inter"/>
                <a:ea typeface="Inter"/>
                <a:cs typeface="Inter"/>
              </a:defRPr>
            </a:lvl9pPr>
          </a:lstStyle>
          <a:p xmlns:a="http://schemas.openxmlformats.org/drawingml/2006/main">
            <a:pPr>
              <a:defRPr sz="2400" b="1">
                <a:solidFill>
                  <a:srgbClr val="009986"/>
                </a:solidFill>
                <a:latin typeface="Inter"/>
                <a:ea typeface="Inter"/>
                <a:cs typeface="Inter"/>
              </a:defRPr>
            </a:pPr>
            <a:r>
              <a:rPr sz="2400" b="1">
                <a:solidFill>
                  <a:srgbClr val="009986"/>
                </a:solidFill>
                <a:latin typeface="Inter"/>
                <a:ea typeface="Inter"/>
                <a:cs typeface="Inter"/>
              </a:rPr>
              <a:t>02</a:t>
            </a:r>
          </a:p>
        </p:txBody>
      </p:sp>
      <p:sp>
        <p:nvSpPr>
          <p:cNvPr id="6" name="">
            <a:extLst xmlns:a="http://schemas.openxmlformats.org/drawingml/2006/main">
              <a:ext uri="{FF2B5EF4-FFF2-40B4-BE49-F238E27FC236}">
                <a16:creationId xmlns:a16="http://schemas.microsoft.com/office/drawing/2014/main" id="{1FC5E17D-1287-4963-AD28-72D09A3A9E15}"/>
              </a:ext>
            </a:extLst>
          </p:cNvPr>
          <p:cNvSpPr>
            <a:spLocks xmlns:a="http://schemas.openxmlformats.org/drawingml/2006/main" noGrp="1"/>
          </p:cNvSpPr>
          <p:nvPr/>
        </p:nvSpPr>
        <p:spPr>
          <a:xfrm xmlns:a="http://schemas.openxmlformats.org/drawingml/2006/main">
            <a:off x="1524000" y="2276475"/>
            <a:ext cx="990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273E"/>
                </a:solidFill>
                <a:latin typeface="Inter"/>
                <a:ea typeface="Inter"/>
                <a:cs typeface="Inter"/>
              </a:defRPr>
            </a:defPPr>
            <a:lvl1pPr>
              <a:defRPr sz="2175" b="0">
                <a:solidFill>
                  <a:srgbClr val="19273E"/>
                </a:solidFill>
                <a:latin typeface="Inter"/>
                <a:ea typeface="Inter"/>
                <a:cs typeface="Inter"/>
              </a:defRPr>
            </a:lvl1pPr>
            <a:lvl2pPr>
              <a:defRPr sz="2175" b="0">
                <a:solidFill>
                  <a:srgbClr val="19273E"/>
                </a:solidFill>
                <a:latin typeface="Inter"/>
                <a:ea typeface="Inter"/>
                <a:cs typeface="Inter"/>
              </a:defRPr>
            </a:lvl2pPr>
            <a:lvl3pPr>
              <a:defRPr sz="2175" b="0">
                <a:solidFill>
                  <a:srgbClr val="19273E"/>
                </a:solidFill>
                <a:latin typeface="Inter"/>
                <a:ea typeface="Inter"/>
                <a:cs typeface="Inter"/>
              </a:defRPr>
            </a:lvl3pPr>
            <a:lvl4pPr>
              <a:defRPr sz="2175" b="0">
                <a:solidFill>
                  <a:srgbClr val="19273E"/>
                </a:solidFill>
                <a:latin typeface="Inter"/>
                <a:ea typeface="Inter"/>
                <a:cs typeface="Inter"/>
              </a:defRPr>
            </a:lvl4pPr>
            <a:lvl5pPr>
              <a:defRPr sz="2175" b="0">
                <a:solidFill>
                  <a:srgbClr val="19273E"/>
                </a:solidFill>
                <a:latin typeface="Inter"/>
                <a:ea typeface="Inter"/>
                <a:cs typeface="Inter"/>
              </a:defRPr>
            </a:lvl5pPr>
            <a:lvl6pPr>
              <a:defRPr sz="2175" b="0">
                <a:solidFill>
                  <a:srgbClr val="19273E"/>
                </a:solidFill>
                <a:latin typeface="Inter"/>
                <a:ea typeface="Inter"/>
                <a:cs typeface="Inter"/>
              </a:defRPr>
            </a:lvl6pPr>
            <a:lvl7pPr>
              <a:defRPr sz="2175" b="0">
                <a:solidFill>
                  <a:srgbClr val="19273E"/>
                </a:solidFill>
                <a:latin typeface="Inter"/>
                <a:ea typeface="Inter"/>
                <a:cs typeface="Inter"/>
              </a:defRPr>
            </a:lvl7pPr>
            <a:lvl8pPr>
              <a:defRPr sz="2175" b="0">
                <a:solidFill>
                  <a:srgbClr val="19273E"/>
                </a:solidFill>
                <a:latin typeface="Inter"/>
                <a:ea typeface="Inter"/>
                <a:cs typeface="Inter"/>
              </a:defRPr>
            </a:lvl8pPr>
            <a:lvl9pPr>
              <a:defRPr sz="2175" b="0">
                <a:solidFill>
                  <a:srgbClr val="19273E"/>
                </a:solidFill>
                <a:latin typeface="Inter"/>
                <a:ea typeface="Inter"/>
                <a:cs typeface="Inter"/>
              </a:defRPr>
            </a:lvl9pPr>
          </a:lstStyle>
          <a:p xmlns:a="http://schemas.openxmlformats.org/drawingml/2006/main">
            <a:pPr>
              <a:defRPr sz="2175" b="0">
                <a:solidFill>
                  <a:srgbClr val="19273E"/>
                </a:solidFill>
                <a:latin typeface="Inter"/>
                <a:ea typeface="Inter"/>
                <a:cs typeface="Inter"/>
              </a:defRPr>
            </a:pPr>
            <a:r>
              <a:rPr sz="2175" b="0">
                <a:solidFill>
                  <a:srgbClr val="19273E"/>
                </a:solidFill>
                <a:latin typeface="Inter"/>
                <a:ea typeface="Inter"/>
                <a:cs typeface="Inter"/>
              </a:rPr>
              <a:t>Choose randomly among good compatible hosts</a:t>
            </a:r>
          </a:p>
        </p:txBody>
      </p:sp>
      <p:sp>
        <p:nvSpPr>
          <p:cNvPr id="7" name="">
            <a:extLst xmlns:a="http://schemas.openxmlformats.org/drawingml/2006/main">
              <a:ext uri="{FF2B5EF4-FFF2-40B4-BE49-F238E27FC236}">
                <a16:creationId xmlns:a16="http://schemas.microsoft.com/office/drawing/2014/main" id="{1EF15886-D52F-4A61-AD75-3E9AB261923D}"/>
              </a:ext>
            </a:extLst>
          </p:cNvPr>
          <p:cNvSpPr>
            <a:spLocks xmlns:a="http://schemas.openxmlformats.org/drawingml/2006/main" noGrp="1"/>
          </p:cNvSpPr>
          <p:nvPr/>
        </p:nvSpPr>
        <p:spPr>
          <a:xfrm xmlns:a="http://schemas.openxmlformats.org/drawingml/2006/main">
            <a:off x="609600" y="31051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9986"/>
                </a:solidFill>
                <a:latin typeface="Inter"/>
                <a:ea typeface="Inter"/>
                <a:cs typeface="Inter"/>
              </a:defRPr>
            </a:defPPr>
            <a:lvl1pPr>
              <a:defRPr sz="2400" b="1">
                <a:solidFill>
                  <a:srgbClr val="009986"/>
                </a:solidFill>
                <a:latin typeface="Inter"/>
                <a:ea typeface="Inter"/>
                <a:cs typeface="Inter"/>
              </a:defRPr>
            </a:lvl1pPr>
            <a:lvl2pPr>
              <a:defRPr sz="2400" b="1">
                <a:solidFill>
                  <a:srgbClr val="009986"/>
                </a:solidFill>
                <a:latin typeface="Inter"/>
                <a:ea typeface="Inter"/>
                <a:cs typeface="Inter"/>
              </a:defRPr>
            </a:lvl2pPr>
            <a:lvl3pPr>
              <a:defRPr sz="2400" b="1">
                <a:solidFill>
                  <a:srgbClr val="009986"/>
                </a:solidFill>
                <a:latin typeface="Inter"/>
                <a:ea typeface="Inter"/>
                <a:cs typeface="Inter"/>
              </a:defRPr>
            </a:lvl3pPr>
            <a:lvl4pPr>
              <a:defRPr sz="2400" b="1">
                <a:solidFill>
                  <a:srgbClr val="009986"/>
                </a:solidFill>
                <a:latin typeface="Inter"/>
                <a:ea typeface="Inter"/>
                <a:cs typeface="Inter"/>
              </a:defRPr>
            </a:lvl4pPr>
            <a:lvl5pPr>
              <a:defRPr sz="2400" b="1">
                <a:solidFill>
                  <a:srgbClr val="009986"/>
                </a:solidFill>
                <a:latin typeface="Inter"/>
                <a:ea typeface="Inter"/>
                <a:cs typeface="Inter"/>
              </a:defRPr>
            </a:lvl5pPr>
            <a:lvl6pPr>
              <a:defRPr sz="2400" b="1">
                <a:solidFill>
                  <a:srgbClr val="009986"/>
                </a:solidFill>
                <a:latin typeface="Inter"/>
                <a:ea typeface="Inter"/>
                <a:cs typeface="Inter"/>
              </a:defRPr>
            </a:lvl6pPr>
            <a:lvl7pPr>
              <a:defRPr sz="2400" b="1">
                <a:solidFill>
                  <a:srgbClr val="009986"/>
                </a:solidFill>
                <a:latin typeface="Inter"/>
                <a:ea typeface="Inter"/>
                <a:cs typeface="Inter"/>
              </a:defRPr>
            </a:lvl7pPr>
            <a:lvl8pPr>
              <a:defRPr sz="2400" b="1">
                <a:solidFill>
                  <a:srgbClr val="009986"/>
                </a:solidFill>
                <a:latin typeface="Inter"/>
                <a:ea typeface="Inter"/>
                <a:cs typeface="Inter"/>
              </a:defRPr>
            </a:lvl8pPr>
            <a:lvl9pPr>
              <a:defRPr sz="2400" b="1">
                <a:solidFill>
                  <a:srgbClr val="009986"/>
                </a:solidFill>
                <a:latin typeface="Inter"/>
                <a:ea typeface="Inter"/>
                <a:cs typeface="Inter"/>
              </a:defRPr>
            </a:lvl9pPr>
          </a:lstStyle>
          <a:p xmlns:a="http://schemas.openxmlformats.org/drawingml/2006/main">
            <a:pPr>
              <a:defRPr sz="2400" b="1">
                <a:solidFill>
                  <a:srgbClr val="009986"/>
                </a:solidFill>
                <a:latin typeface="Inter"/>
                <a:ea typeface="Inter"/>
                <a:cs typeface="Inter"/>
              </a:defRPr>
            </a:pPr>
            <a:r>
              <a:rPr sz="2400" b="1">
                <a:solidFill>
                  <a:srgbClr val="009986"/>
                </a:solidFill>
                <a:latin typeface="Inter"/>
                <a:ea typeface="Inter"/>
                <a:cs typeface="Inter"/>
              </a:rPr>
              <a:t>03</a:t>
            </a:r>
          </a:p>
        </p:txBody>
      </p:sp>
      <p:sp>
        <p:nvSpPr>
          <p:cNvPr id="8" name="">
            <a:extLst xmlns:a="http://schemas.openxmlformats.org/drawingml/2006/main">
              <a:ext uri="{FF2B5EF4-FFF2-40B4-BE49-F238E27FC236}">
                <a16:creationId xmlns:a16="http://schemas.microsoft.com/office/drawing/2014/main" id="{59F97403-4AA2-42C3-8C42-7FE6A3C42746}"/>
              </a:ext>
            </a:extLst>
          </p:cNvPr>
          <p:cNvSpPr>
            <a:spLocks xmlns:a="http://schemas.openxmlformats.org/drawingml/2006/main" noGrp="1"/>
          </p:cNvSpPr>
          <p:nvPr/>
        </p:nvSpPr>
        <p:spPr>
          <a:xfrm xmlns:a="http://schemas.openxmlformats.org/drawingml/2006/main">
            <a:off x="1524000" y="3114675"/>
            <a:ext cx="990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273E"/>
                </a:solidFill>
                <a:latin typeface="Inter"/>
                <a:ea typeface="Inter"/>
                <a:cs typeface="Inter"/>
              </a:defRPr>
            </a:defPPr>
            <a:lvl1pPr>
              <a:defRPr sz="2175" b="0">
                <a:solidFill>
                  <a:srgbClr val="19273E"/>
                </a:solidFill>
                <a:latin typeface="Inter"/>
                <a:ea typeface="Inter"/>
                <a:cs typeface="Inter"/>
              </a:defRPr>
            </a:lvl1pPr>
            <a:lvl2pPr>
              <a:defRPr sz="2175" b="0">
                <a:solidFill>
                  <a:srgbClr val="19273E"/>
                </a:solidFill>
                <a:latin typeface="Inter"/>
                <a:ea typeface="Inter"/>
                <a:cs typeface="Inter"/>
              </a:defRPr>
            </a:lvl2pPr>
            <a:lvl3pPr>
              <a:defRPr sz="2175" b="0">
                <a:solidFill>
                  <a:srgbClr val="19273E"/>
                </a:solidFill>
                <a:latin typeface="Inter"/>
                <a:ea typeface="Inter"/>
                <a:cs typeface="Inter"/>
              </a:defRPr>
            </a:lvl3pPr>
            <a:lvl4pPr>
              <a:defRPr sz="2175" b="0">
                <a:solidFill>
                  <a:srgbClr val="19273E"/>
                </a:solidFill>
                <a:latin typeface="Inter"/>
                <a:ea typeface="Inter"/>
                <a:cs typeface="Inter"/>
              </a:defRPr>
            </a:lvl4pPr>
            <a:lvl5pPr>
              <a:defRPr sz="2175" b="0">
                <a:solidFill>
                  <a:srgbClr val="19273E"/>
                </a:solidFill>
                <a:latin typeface="Inter"/>
                <a:ea typeface="Inter"/>
                <a:cs typeface="Inter"/>
              </a:defRPr>
            </a:lvl5pPr>
            <a:lvl6pPr>
              <a:defRPr sz="2175" b="0">
                <a:solidFill>
                  <a:srgbClr val="19273E"/>
                </a:solidFill>
                <a:latin typeface="Inter"/>
                <a:ea typeface="Inter"/>
                <a:cs typeface="Inter"/>
              </a:defRPr>
            </a:lvl6pPr>
            <a:lvl7pPr>
              <a:defRPr sz="2175" b="0">
                <a:solidFill>
                  <a:srgbClr val="19273E"/>
                </a:solidFill>
                <a:latin typeface="Inter"/>
                <a:ea typeface="Inter"/>
                <a:cs typeface="Inter"/>
              </a:defRPr>
            </a:lvl7pPr>
            <a:lvl8pPr>
              <a:defRPr sz="2175" b="0">
                <a:solidFill>
                  <a:srgbClr val="19273E"/>
                </a:solidFill>
                <a:latin typeface="Inter"/>
                <a:ea typeface="Inter"/>
                <a:cs typeface="Inter"/>
              </a:defRPr>
            </a:lvl8pPr>
            <a:lvl9pPr>
              <a:defRPr sz="2175" b="0">
                <a:solidFill>
                  <a:srgbClr val="19273E"/>
                </a:solidFill>
                <a:latin typeface="Inter"/>
                <a:ea typeface="Inter"/>
                <a:cs typeface="Inter"/>
              </a:defRPr>
            </a:lvl9pPr>
          </a:lstStyle>
          <a:p xmlns:a="http://schemas.openxmlformats.org/drawingml/2006/main">
            <a:pPr>
              <a:defRPr sz="2175" b="0">
                <a:solidFill>
                  <a:srgbClr val="19273E"/>
                </a:solidFill>
                <a:latin typeface="Inter"/>
                <a:ea typeface="Inter"/>
                <a:cs typeface="Inter"/>
              </a:defRPr>
            </a:pPr>
            <a:r>
              <a:rPr sz="2175" b="0">
                <a:solidFill>
                  <a:srgbClr val="19273E"/>
                </a:solidFill>
                <a:latin typeface="Inter"/>
                <a:ea typeface="Inter"/>
                <a:cs typeface="Inter"/>
              </a:rPr>
              <a:t>Inspect moves and swaps for a feasible improvement</a:t>
            </a:r>
          </a:p>
        </p:txBody>
      </p:sp>
      <p:sp>
        <p:nvSpPr>
          <p:cNvPr id="9" name="">
            <a:extLst xmlns:a="http://schemas.openxmlformats.org/drawingml/2006/main">
              <a:ext uri="{FF2B5EF4-FFF2-40B4-BE49-F238E27FC236}">
                <a16:creationId xmlns:a16="http://schemas.microsoft.com/office/drawing/2014/main" id="{453E77B4-012F-41A0-B88C-EC7B6B96F514}"/>
              </a:ext>
            </a:extLst>
          </p:cNvPr>
          <p:cNvSpPr>
            <a:spLocks xmlns:a="http://schemas.openxmlformats.org/drawingml/2006/main" noGrp="1"/>
          </p:cNvSpPr>
          <p:nvPr/>
        </p:nvSpPr>
        <p:spPr>
          <a:xfrm xmlns:a="http://schemas.openxmlformats.org/drawingml/2006/main">
            <a:off x="609600" y="39433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9986"/>
                </a:solidFill>
                <a:latin typeface="Inter"/>
                <a:ea typeface="Inter"/>
                <a:cs typeface="Inter"/>
              </a:defRPr>
            </a:defPPr>
            <a:lvl1pPr>
              <a:defRPr sz="2400" b="1">
                <a:solidFill>
                  <a:srgbClr val="009986"/>
                </a:solidFill>
                <a:latin typeface="Inter"/>
                <a:ea typeface="Inter"/>
                <a:cs typeface="Inter"/>
              </a:defRPr>
            </a:lvl1pPr>
            <a:lvl2pPr>
              <a:defRPr sz="2400" b="1">
                <a:solidFill>
                  <a:srgbClr val="009986"/>
                </a:solidFill>
                <a:latin typeface="Inter"/>
                <a:ea typeface="Inter"/>
                <a:cs typeface="Inter"/>
              </a:defRPr>
            </a:lvl2pPr>
            <a:lvl3pPr>
              <a:defRPr sz="2400" b="1">
                <a:solidFill>
                  <a:srgbClr val="009986"/>
                </a:solidFill>
                <a:latin typeface="Inter"/>
                <a:ea typeface="Inter"/>
                <a:cs typeface="Inter"/>
              </a:defRPr>
            </a:lvl3pPr>
            <a:lvl4pPr>
              <a:defRPr sz="2400" b="1">
                <a:solidFill>
                  <a:srgbClr val="009986"/>
                </a:solidFill>
                <a:latin typeface="Inter"/>
                <a:ea typeface="Inter"/>
                <a:cs typeface="Inter"/>
              </a:defRPr>
            </a:lvl4pPr>
            <a:lvl5pPr>
              <a:defRPr sz="2400" b="1">
                <a:solidFill>
                  <a:srgbClr val="009986"/>
                </a:solidFill>
                <a:latin typeface="Inter"/>
                <a:ea typeface="Inter"/>
                <a:cs typeface="Inter"/>
              </a:defRPr>
            </a:lvl5pPr>
            <a:lvl6pPr>
              <a:defRPr sz="2400" b="1">
                <a:solidFill>
                  <a:srgbClr val="009986"/>
                </a:solidFill>
                <a:latin typeface="Inter"/>
                <a:ea typeface="Inter"/>
                <a:cs typeface="Inter"/>
              </a:defRPr>
            </a:lvl6pPr>
            <a:lvl7pPr>
              <a:defRPr sz="2400" b="1">
                <a:solidFill>
                  <a:srgbClr val="009986"/>
                </a:solidFill>
                <a:latin typeface="Inter"/>
                <a:ea typeface="Inter"/>
                <a:cs typeface="Inter"/>
              </a:defRPr>
            </a:lvl7pPr>
            <a:lvl8pPr>
              <a:defRPr sz="2400" b="1">
                <a:solidFill>
                  <a:srgbClr val="009986"/>
                </a:solidFill>
                <a:latin typeface="Inter"/>
                <a:ea typeface="Inter"/>
                <a:cs typeface="Inter"/>
              </a:defRPr>
            </a:lvl8pPr>
            <a:lvl9pPr>
              <a:defRPr sz="2400" b="1">
                <a:solidFill>
                  <a:srgbClr val="009986"/>
                </a:solidFill>
                <a:latin typeface="Inter"/>
                <a:ea typeface="Inter"/>
                <a:cs typeface="Inter"/>
              </a:defRPr>
            </a:lvl9pPr>
          </a:lstStyle>
          <a:p xmlns:a="http://schemas.openxmlformats.org/drawingml/2006/main">
            <a:pPr>
              <a:defRPr sz="2400" b="1">
                <a:solidFill>
                  <a:srgbClr val="009986"/>
                </a:solidFill>
                <a:latin typeface="Inter"/>
                <a:ea typeface="Inter"/>
                <a:cs typeface="Inter"/>
              </a:defRPr>
            </a:pPr>
            <a:r>
              <a:rPr sz="2400" b="1">
                <a:solidFill>
                  <a:srgbClr val="009986"/>
                </a:solidFill>
                <a:latin typeface="Inter"/>
                <a:ea typeface="Inter"/>
                <a:cs typeface="Inter"/>
              </a:rPr>
              <a:t>04</a:t>
            </a:r>
          </a:p>
        </p:txBody>
      </p:sp>
      <p:sp>
        <p:nvSpPr>
          <p:cNvPr id="10" name="">
            <a:extLst xmlns:a="http://schemas.openxmlformats.org/drawingml/2006/main">
              <a:ext uri="{FF2B5EF4-FFF2-40B4-BE49-F238E27FC236}">
                <a16:creationId xmlns:a16="http://schemas.microsoft.com/office/drawing/2014/main" id="{32038667-D3C0-4E32-8467-E6D96E0BEFBB}"/>
              </a:ext>
            </a:extLst>
          </p:cNvPr>
          <p:cNvSpPr>
            <a:spLocks xmlns:a="http://schemas.openxmlformats.org/drawingml/2006/main" noGrp="1"/>
          </p:cNvSpPr>
          <p:nvPr/>
        </p:nvSpPr>
        <p:spPr>
          <a:xfrm xmlns:a="http://schemas.openxmlformats.org/drawingml/2006/main">
            <a:off x="1524000" y="3952875"/>
            <a:ext cx="990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273E"/>
                </a:solidFill>
                <a:latin typeface="Inter"/>
                <a:ea typeface="Inter"/>
                <a:cs typeface="Inter"/>
              </a:defRPr>
            </a:defPPr>
            <a:lvl1pPr>
              <a:defRPr sz="2175" b="0">
                <a:solidFill>
                  <a:srgbClr val="19273E"/>
                </a:solidFill>
                <a:latin typeface="Inter"/>
                <a:ea typeface="Inter"/>
                <a:cs typeface="Inter"/>
              </a:defRPr>
            </a:lvl1pPr>
            <a:lvl2pPr>
              <a:defRPr sz="2175" b="0">
                <a:solidFill>
                  <a:srgbClr val="19273E"/>
                </a:solidFill>
                <a:latin typeface="Inter"/>
                <a:ea typeface="Inter"/>
                <a:cs typeface="Inter"/>
              </a:defRPr>
            </a:lvl2pPr>
            <a:lvl3pPr>
              <a:defRPr sz="2175" b="0">
                <a:solidFill>
                  <a:srgbClr val="19273E"/>
                </a:solidFill>
                <a:latin typeface="Inter"/>
                <a:ea typeface="Inter"/>
                <a:cs typeface="Inter"/>
              </a:defRPr>
            </a:lvl3pPr>
            <a:lvl4pPr>
              <a:defRPr sz="2175" b="0">
                <a:solidFill>
                  <a:srgbClr val="19273E"/>
                </a:solidFill>
                <a:latin typeface="Inter"/>
                <a:ea typeface="Inter"/>
                <a:cs typeface="Inter"/>
              </a:defRPr>
            </a:lvl4pPr>
            <a:lvl5pPr>
              <a:defRPr sz="2175" b="0">
                <a:solidFill>
                  <a:srgbClr val="19273E"/>
                </a:solidFill>
                <a:latin typeface="Inter"/>
                <a:ea typeface="Inter"/>
                <a:cs typeface="Inter"/>
              </a:defRPr>
            </a:lvl5pPr>
            <a:lvl6pPr>
              <a:defRPr sz="2175" b="0">
                <a:solidFill>
                  <a:srgbClr val="19273E"/>
                </a:solidFill>
                <a:latin typeface="Inter"/>
                <a:ea typeface="Inter"/>
                <a:cs typeface="Inter"/>
              </a:defRPr>
            </a:lvl6pPr>
            <a:lvl7pPr>
              <a:defRPr sz="2175" b="0">
                <a:solidFill>
                  <a:srgbClr val="19273E"/>
                </a:solidFill>
                <a:latin typeface="Inter"/>
                <a:ea typeface="Inter"/>
                <a:cs typeface="Inter"/>
              </a:defRPr>
            </a:lvl7pPr>
            <a:lvl8pPr>
              <a:defRPr sz="2175" b="0">
                <a:solidFill>
                  <a:srgbClr val="19273E"/>
                </a:solidFill>
                <a:latin typeface="Inter"/>
                <a:ea typeface="Inter"/>
                <a:cs typeface="Inter"/>
              </a:defRPr>
            </a:lvl8pPr>
            <a:lvl9pPr>
              <a:defRPr sz="2175" b="0">
                <a:solidFill>
                  <a:srgbClr val="19273E"/>
                </a:solidFill>
                <a:latin typeface="Inter"/>
                <a:ea typeface="Inter"/>
                <a:cs typeface="Inter"/>
              </a:defRPr>
            </a:lvl9pPr>
          </a:lstStyle>
          <a:p xmlns:a="http://schemas.openxmlformats.org/drawingml/2006/main">
            <a:pPr>
              <a:defRPr sz="2175" b="0">
                <a:solidFill>
                  <a:srgbClr val="19273E"/>
                </a:solidFill>
                <a:latin typeface="Inter"/>
                <a:ea typeface="Inter"/>
                <a:cs typeface="Inter"/>
              </a:defRPr>
            </a:pPr>
            <a:r>
              <a:rPr sz="2175" b="0">
                <a:solidFill>
                  <a:srgbClr val="19273E"/>
                </a:solidFill>
                <a:latin typeface="Inter"/>
                <a:ea typeface="Inter"/>
                <a:cs typeface="Inter"/>
              </a:rPr>
              <a:t>Repeat local descent until no strict improvement remains</a:t>
            </a:r>
          </a:p>
        </p:txBody>
      </p:sp>
      <p:sp>
        <p:nvSpPr>
          <p:cNvPr id="11" name="">
            <a:extLst xmlns:a="http://schemas.openxmlformats.org/drawingml/2006/main">
              <a:ext uri="{FF2B5EF4-FFF2-40B4-BE49-F238E27FC236}">
                <a16:creationId xmlns:a16="http://schemas.microsoft.com/office/drawing/2014/main" id="{BCABACE2-ECA3-4545-A4D1-F1186FEA10E9}"/>
              </a:ext>
            </a:extLst>
          </p:cNvPr>
          <p:cNvSpPr>
            <a:spLocks xmlns:a="http://schemas.openxmlformats.org/drawingml/2006/main" noGrp="1"/>
          </p:cNvSpPr>
          <p:nvPr/>
        </p:nvSpPr>
        <p:spPr>
          <a:xfrm xmlns:a="http://schemas.openxmlformats.org/drawingml/2006/main">
            <a:off x="609600" y="47815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9986"/>
                </a:solidFill>
                <a:latin typeface="Inter"/>
                <a:ea typeface="Inter"/>
                <a:cs typeface="Inter"/>
              </a:defRPr>
            </a:defPPr>
            <a:lvl1pPr>
              <a:defRPr sz="2400" b="1">
                <a:solidFill>
                  <a:srgbClr val="009986"/>
                </a:solidFill>
                <a:latin typeface="Inter"/>
                <a:ea typeface="Inter"/>
                <a:cs typeface="Inter"/>
              </a:defRPr>
            </a:lvl1pPr>
            <a:lvl2pPr>
              <a:defRPr sz="2400" b="1">
                <a:solidFill>
                  <a:srgbClr val="009986"/>
                </a:solidFill>
                <a:latin typeface="Inter"/>
                <a:ea typeface="Inter"/>
                <a:cs typeface="Inter"/>
              </a:defRPr>
            </a:lvl2pPr>
            <a:lvl3pPr>
              <a:defRPr sz="2400" b="1">
                <a:solidFill>
                  <a:srgbClr val="009986"/>
                </a:solidFill>
                <a:latin typeface="Inter"/>
                <a:ea typeface="Inter"/>
                <a:cs typeface="Inter"/>
              </a:defRPr>
            </a:lvl3pPr>
            <a:lvl4pPr>
              <a:defRPr sz="2400" b="1">
                <a:solidFill>
                  <a:srgbClr val="009986"/>
                </a:solidFill>
                <a:latin typeface="Inter"/>
                <a:ea typeface="Inter"/>
                <a:cs typeface="Inter"/>
              </a:defRPr>
            </a:lvl4pPr>
            <a:lvl5pPr>
              <a:defRPr sz="2400" b="1">
                <a:solidFill>
                  <a:srgbClr val="009986"/>
                </a:solidFill>
                <a:latin typeface="Inter"/>
                <a:ea typeface="Inter"/>
                <a:cs typeface="Inter"/>
              </a:defRPr>
            </a:lvl5pPr>
            <a:lvl6pPr>
              <a:defRPr sz="2400" b="1">
                <a:solidFill>
                  <a:srgbClr val="009986"/>
                </a:solidFill>
                <a:latin typeface="Inter"/>
                <a:ea typeface="Inter"/>
                <a:cs typeface="Inter"/>
              </a:defRPr>
            </a:lvl6pPr>
            <a:lvl7pPr>
              <a:defRPr sz="2400" b="1">
                <a:solidFill>
                  <a:srgbClr val="009986"/>
                </a:solidFill>
                <a:latin typeface="Inter"/>
                <a:ea typeface="Inter"/>
                <a:cs typeface="Inter"/>
              </a:defRPr>
            </a:lvl7pPr>
            <a:lvl8pPr>
              <a:defRPr sz="2400" b="1">
                <a:solidFill>
                  <a:srgbClr val="009986"/>
                </a:solidFill>
                <a:latin typeface="Inter"/>
                <a:ea typeface="Inter"/>
                <a:cs typeface="Inter"/>
              </a:defRPr>
            </a:lvl8pPr>
            <a:lvl9pPr>
              <a:defRPr sz="2400" b="1">
                <a:solidFill>
                  <a:srgbClr val="009986"/>
                </a:solidFill>
                <a:latin typeface="Inter"/>
                <a:ea typeface="Inter"/>
                <a:cs typeface="Inter"/>
              </a:defRPr>
            </a:lvl9pPr>
          </a:lstStyle>
          <a:p xmlns:a="http://schemas.openxmlformats.org/drawingml/2006/main">
            <a:pPr>
              <a:defRPr sz="2400" b="1">
                <a:solidFill>
                  <a:srgbClr val="009986"/>
                </a:solidFill>
                <a:latin typeface="Inter"/>
                <a:ea typeface="Inter"/>
                <a:cs typeface="Inter"/>
              </a:defRPr>
            </a:pPr>
            <a:r>
              <a:rPr sz="2400" b="1">
                <a:solidFill>
                  <a:srgbClr val="009986"/>
                </a:solidFill>
                <a:latin typeface="Inter"/>
                <a:ea typeface="Inter"/>
                <a:cs typeface="Inter"/>
              </a:rPr>
              <a:t>05</a:t>
            </a:r>
          </a:p>
        </p:txBody>
      </p:sp>
      <p:sp>
        <p:nvSpPr>
          <p:cNvPr id="12" name="">
            <a:extLst xmlns:a="http://schemas.openxmlformats.org/drawingml/2006/main">
              <a:ext uri="{FF2B5EF4-FFF2-40B4-BE49-F238E27FC236}">
                <a16:creationId xmlns:a16="http://schemas.microsoft.com/office/drawing/2014/main" id="{F2E60105-214D-4B29-B3E2-57795C1000B7}"/>
              </a:ext>
            </a:extLst>
          </p:cNvPr>
          <p:cNvSpPr>
            <a:spLocks xmlns:a="http://schemas.openxmlformats.org/drawingml/2006/main" noGrp="1"/>
          </p:cNvSpPr>
          <p:nvPr/>
        </p:nvSpPr>
        <p:spPr>
          <a:xfrm xmlns:a="http://schemas.openxmlformats.org/drawingml/2006/main">
            <a:off x="1524000" y="4791075"/>
            <a:ext cx="990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273E"/>
                </a:solidFill>
                <a:latin typeface="Inter"/>
                <a:ea typeface="Inter"/>
                <a:cs typeface="Inter"/>
              </a:defRPr>
            </a:defPPr>
            <a:lvl1pPr>
              <a:defRPr sz="2175" b="0">
                <a:solidFill>
                  <a:srgbClr val="19273E"/>
                </a:solidFill>
                <a:latin typeface="Inter"/>
                <a:ea typeface="Inter"/>
                <a:cs typeface="Inter"/>
              </a:defRPr>
            </a:lvl1pPr>
            <a:lvl2pPr>
              <a:defRPr sz="2175" b="0">
                <a:solidFill>
                  <a:srgbClr val="19273E"/>
                </a:solidFill>
                <a:latin typeface="Inter"/>
                <a:ea typeface="Inter"/>
                <a:cs typeface="Inter"/>
              </a:defRPr>
            </a:lvl2pPr>
            <a:lvl3pPr>
              <a:defRPr sz="2175" b="0">
                <a:solidFill>
                  <a:srgbClr val="19273E"/>
                </a:solidFill>
                <a:latin typeface="Inter"/>
                <a:ea typeface="Inter"/>
                <a:cs typeface="Inter"/>
              </a:defRPr>
            </a:lvl3pPr>
            <a:lvl4pPr>
              <a:defRPr sz="2175" b="0">
                <a:solidFill>
                  <a:srgbClr val="19273E"/>
                </a:solidFill>
                <a:latin typeface="Inter"/>
                <a:ea typeface="Inter"/>
                <a:cs typeface="Inter"/>
              </a:defRPr>
            </a:lvl4pPr>
            <a:lvl5pPr>
              <a:defRPr sz="2175" b="0">
                <a:solidFill>
                  <a:srgbClr val="19273E"/>
                </a:solidFill>
                <a:latin typeface="Inter"/>
                <a:ea typeface="Inter"/>
                <a:cs typeface="Inter"/>
              </a:defRPr>
            </a:lvl5pPr>
            <a:lvl6pPr>
              <a:defRPr sz="2175" b="0">
                <a:solidFill>
                  <a:srgbClr val="19273E"/>
                </a:solidFill>
                <a:latin typeface="Inter"/>
                <a:ea typeface="Inter"/>
                <a:cs typeface="Inter"/>
              </a:defRPr>
            </a:lvl6pPr>
            <a:lvl7pPr>
              <a:defRPr sz="2175" b="0">
                <a:solidFill>
                  <a:srgbClr val="19273E"/>
                </a:solidFill>
                <a:latin typeface="Inter"/>
                <a:ea typeface="Inter"/>
                <a:cs typeface="Inter"/>
              </a:defRPr>
            </a:lvl7pPr>
            <a:lvl8pPr>
              <a:defRPr sz="2175" b="0">
                <a:solidFill>
                  <a:srgbClr val="19273E"/>
                </a:solidFill>
                <a:latin typeface="Inter"/>
                <a:ea typeface="Inter"/>
                <a:cs typeface="Inter"/>
              </a:defRPr>
            </a:lvl8pPr>
            <a:lvl9pPr>
              <a:defRPr sz="2175" b="0">
                <a:solidFill>
                  <a:srgbClr val="19273E"/>
                </a:solidFill>
                <a:latin typeface="Inter"/>
                <a:ea typeface="Inter"/>
                <a:cs typeface="Inter"/>
              </a:defRPr>
            </a:lvl9pPr>
          </a:lstStyle>
          <a:p xmlns:a="http://schemas.openxmlformats.org/drawingml/2006/main">
            <a:pPr>
              <a:defRPr sz="2175" b="0">
                <a:solidFill>
                  <a:srgbClr val="19273E"/>
                </a:solidFill>
                <a:latin typeface="Inter"/>
                <a:ea typeface="Inter"/>
                <a:cs typeface="Inter"/>
              </a:defRPr>
            </a:pPr>
            <a:r>
              <a:rPr sz="2175" b="0">
                <a:solidFill>
                  <a:srgbClr val="19273E"/>
                </a:solidFill>
                <a:latin typeface="Inter"/>
                <a:ea typeface="Inter"/>
                <a:cs typeface="Inter"/>
              </a:rPr>
              <a:t>Restart from a new placement, within the shared budget</a:t>
            </a:r>
          </a:p>
        </p:txBody>
      </p:sp>
      <p:sp>
        <p:nvSpPr>
          <p:cNvPr id="13" name="">
            <a:extLst xmlns:a="http://schemas.openxmlformats.org/drawingml/2006/main">
              <a:ext uri="{FF2B5EF4-FFF2-40B4-BE49-F238E27FC236}">
                <a16:creationId xmlns:a16="http://schemas.microsoft.com/office/drawing/2014/main" id="{9F815227-BD6E-4D38-93D7-FE654024F801}"/>
              </a:ext>
            </a:extLst>
          </p:cNvPr>
          <p:cNvSpPr>
            <a:spLocks xmlns:a="http://schemas.openxmlformats.org/drawingml/2006/main" noGrp="1"/>
          </p:cNvSpPr>
          <p:nvPr/>
        </p:nvSpPr>
        <p:spPr>
          <a:xfrm xmlns:a="http://schemas.openxmlformats.org/drawingml/2006/main">
            <a:off x="1524000" y="586740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3866E8"/>
                </a:solidFill>
                <a:latin typeface="Inter"/>
                <a:ea typeface="Inter"/>
                <a:cs typeface="Inter"/>
              </a:defRPr>
            </a:defPPr>
            <a:lvl1pPr>
              <a:defRPr sz="1875" b="1">
                <a:solidFill>
                  <a:srgbClr val="3866E8"/>
                </a:solidFill>
                <a:latin typeface="Inter"/>
                <a:ea typeface="Inter"/>
                <a:cs typeface="Inter"/>
              </a:defRPr>
            </a:lvl1pPr>
            <a:lvl2pPr>
              <a:defRPr sz="1875" b="1">
                <a:solidFill>
                  <a:srgbClr val="3866E8"/>
                </a:solidFill>
                <a:latin typeface="Inter"/>
                <a:ea typeface="Inter"/>
                <a:cs typeface="Inter"/>
              </a:defRPr>
            </a:lvl2pPr>
            <a:lvl3pPr>
              <a:defRPr sz="1875" b="1">
                <a:solidFill>
                  <a:srgbClr val="3866E8"/>
                </a:solidFill>
                <a:latin typeface="Inter"/>
                <a:ea typeface="Inter"/>
                <a:cs typeface="Inter"/>
              </a:defRPr>
            </a:lvl3pPr>
            <a:lvl4pPr>
              <a:defRPr sz="1875" b="1">
                <a:solidFill>
                  <a:srgbClr val="3866E8"/>
                </a:solidFill>
                <a:latin typeface="Inter"/>
                <a:ea typeface="Inter"/>
                <a:cs typeface="Inter"/>
              </a:defRPr>
            </a:lvl4pPr>
            <a:lvl5pPr>
              <a:defRPr sz="1875" b="1">
                <a:solidFill>
                  <a:srgbClr val="3866E8"/>
                </a:solidFill>
                <a:latin typeface="Inter"/>
                <a:ea typeface="Inter"/>
                <a:cs typeface="Inter"/>
              </a:defRPr>
            </a:lvl5pPr>
            <a:lvl6pPr>
              <a:defRPr sz="1875" b="1">
                <a:solidFill>
                  <a:srgbClr val="3866E8"/>
                </a:solidFill>
                <a:latin typeface="Inter"/>
                <a:ea typeface="Inter"/>
                <a:cs typeface="Inter"/>
              </a:defRPr>
            </a:lvl6pPr>
            <a:lvl7pPr>
              <a:defRPr sz="1875" b="1">
                <a:solidFill>
                  <a:srgbClr val="3866E8"/>
                </a:solidFill>
                <a:latin typeface="Inter"/>
                <a:ea typeface="Inter"/>
                <a:cs typeface="Inter"/>
              </a:defRPr>
            </a:lvl7pPr>
            <a:lvl8pPr>
              <a:defRPr sz="1875" b="1">
                <a:solidFill>
                  <a:srgbClr val="3866E8"/>
                </a:solidFill>
                <a:latin typeface="Inter"/>
                <a:ea typeface="Inter"/>
                <a:cs typeface="Inter"/>
              </a:defRPr>
            </a:lvl8pPr>
            <a:lvl9pPr>
              <a:defRPr sz="1875" b="1">
                <a:solidFill>
                  <a:srgbClr val="3866E8"/>
                </a:solidFill>
                <a:latin typeface="Inter"/>
                <a:ea typeface="Inter"/>
                <a:cs typeface="Inter"/>
              </a:defRPr>
            </a:lvl9pPr>
          </a:lstStyle>
          <a:p xmlns:a="http://schemas.openxmlformats.org/drawingml/2006/main">
            <a:pPr>
              <a:defRPr sz="1875" b="1">
                <a:solidFill>
                  <a:srgbClr val="3866E8"/>
                </a:solidFill>
                <a:latin typeface="Inter"/>
                <a:ea typeface="Inter"/>
                <a:cs typeface="Inter"/>
              </a:defRPr>
            </a:pPr>
            <a:r>
              <a:rPr sz="1875" b="1">
                <a:solidFill>
                  <a:srgbClr val="3866E8"/>
                </a:solidFill>
                <a:latin typeface="Inter"/>
                <a:ea typeface="Inter"/>
                <a:cs typeface="Inter"/>
              </a:rPr>
              <a:t>At most 36 moves + 66 swaps per complete neighborhood</a:t>
            </a:r>
          </a:p>
        </p:txBody>
      </p:sp>
    </p:spTree>
    <p:extLst>
      <p:ext uri="{BB962C8B-B14F-4D97-AF65-F5344CB8AC3E}">
        <p14:creationId xmlns:p14="http://schemas.microsoft.com/office/powerpoint/2010/main" val="99587632"/>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F7AECF-E958-498A-AF14-29875765E319}"/>
              </a:ext>
            </a:extLst>
          </p:cNvPr>
          <p:cNvSpPr>
            <a:spLocks xmlns:a="http://schemas.openxmlformats.org/drawingml/2006/main" noGrp="1"/>
          </p:cNvSpPr>
          <p:nvPr/>
        </p:nvSpPr>
        <p:spPr>
          <a:xfrm xmlns:a="http://schemas.openxmlformats.org/drawingml/2006/main">
            <a:off x="609600" y="428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73E"/>
                </a:solidFill>
                <a:latin typeface="Inter"/>
                <a:ea typeface="Inter"/>
                <a:cs typeface="Inter"/>
              </a:defRPr>
            </a:defPPr>
            <a:lvl1pPr>
              <a:defRPr sz="3300" b="1">
                <a:solidFill>
                  <a:srgbClr val="19273E"/>
                </a:solidFill>
                <a:latin typeface="Inter"/>
                <a:ea typeface="Inter"/>
                <a:cs typeface="Inter"/>
              </a:defRPr>
            </a:lvl1pPr>
            <a:lvl2pPr>
              <a:defRPr sz="3300" b="1">
                <a:solidFill>
                  <a:srgbClr val="19273E"/>
                </a:solidFill>
                <a:latin typeface="Inter"/>
                <a:ea typeface="Inter"/>
                <a:cs typeface="Inter"/>
              </a:defRPr>
            </a:lvl2pPr>
            <a:lvl3pPr>
              <a:defRPr sz="3300" b="1">
                <a:solidFill>
                  <a:srgbClr val="19273E"/>
                </a:solidFill>
                <a:latin typeface="Inter"/>
                <a:ea typeface="Inter"/>
                <a:cs typeface="Inter"/>
              </a:defRPr>
            </a:lvl3pPr>
            <a:lvl4pPr>
              <a:defRPr sz="3300" b="1">
                <a:solidFill>
                  <a:srgbClr val="19273E"/>
                </a:solidFill>
                <a:latin typeface="Inter"/>
                <a:ea typeface="Inter"/>
                <a:cs typeface="Inter"/>
              </a:defRPr>
            </a:lvl4pPr>
            <a:lvl5pPr>
              <a:defRPr sz="3300" b="1">
                <a:solidFill>
                  <a:srgbClr val="19273E"/>
                </a:solidFill>
                <a:latin typeface="Inter"/>
                <a:ea typeface="Inter"/>
                <a:cs typeface="Inter"/>
              </a:defRPr>
            </a:lvl5pPr>
            <a:lvl6pPr>
              <a:defRPr sz="3300" b="1">
                <a:solidFill>
                  <a:srgbClr val="19273E"/>
                </a:solidFill>
                <a:latin typeface="Inter"/>
                <a:ea typeface="Inter"/>
                <a:cs typeface="Inter"/>
              </a:defRPr>
            </a:lvl6pPr>
            <a:lvl7pPr>
              <a:defRPr sz="3300" b="1">
                <a:solidFill>
                  <a:srgbClr val="19273E"/>
                </a:solidFill>
                <a:latin typeface="Inter"/>
                <a:ea typeface="Inter"/>
                <a:cs typeface="Inter"/>
              </a:defRPr>
            </a:lvl7pPr>
            <a:lvl8pPr>
              <a:defRPr sz="3300" b="1">
                <a:solidFill>
                  <a:srgbClr val="19273E"/>
                </a:solidFill>
                <a:latin typeface="Inter"/>
                <a:ea typeface="Inter"/>
                <a:cs typeface="Inter"/>
              </a:defRPr>
            </a:lvl8pPr>
            <a:lvl9pPr>
              <a:defRPr sz="3300" b="1">
                <a:solidFill>
                  <a:srgbClr val="19273E"/>
                </a:solidFill>
                <a:latin typeface="Inter"/>
                <a:ea typeface="Inter"/>
                <a:cs typeface="Inter"/>
              </a:defRPr>
            </a:lvl9pPr>
          </a:lstStyle>
          <a:p xmlns:a="http://schemas.openxmlformats.org/drawingml/2006/main">
            <a:pPr>
              <a:defRPr sz="3300" b="1">
                <a:solidFill>
                  <a:srgbClr val="19273E"/>
                </a:solidFill>
                <a:latin typeface="Inter"/>
                <a:ea typeface="Inter"/>
                <a:cs typeface="Inter"/>
              </a:defRPr>
            </a:pPr>
            <a:r>
              <a:rPr sz="3300" b="1">
                <a:solidFill>
                  <a:srgbClr val="19273E"/>
                </a:solidFill>
                <a:latin typeface="Inter"/>
                <a:ea typeface="Inter"/>
                <a:cs typeface="Inter"/>
              </a:rPr>
              <a:t>A hand-calculated evaluation check</a:t>
            </a:r>
          </a:p>
        </p:txBody>
      </p:sp>
      <p:sp>
        <p:nvSpPr>
          <p:cNvPr id="2" name="">
            <a:extLst xmlns:a="http://schemas.openxmlformats.org/drawingml/2006/main">
              <a:ext uri="{FF2B5EF4-FFF2-40B4-BE49-F238E27FC236}">
                <a16:creationId xmlns:a16="http://schemas.microsoft.com/office/drawing/2014/main" id="{C31BB093-C15B-4356-9A74-2696C130DE81}"/>
              </a:ext>
            </a:extLst>
          </p:cNvPr>
          <p:cNvSpPr>
            <a:spLocks xmlns:a="http://schemas.openxmlformats.org/drawingml/2006/main" noGrp="1"/>
          </p:cNvSpPr>
          <p:nvPr/>
        </p:nvSpPr>
        <p:spPr>
          <a:xfrm xmlns:a="http://schemas.openxmlformats.org/drawingml/2006/main">
            <a:off x="11144250"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8B"/>
                </a:solidFill>
                <a:latin typeface="Inter"/>
                <a:ea typeface="Inter"/>
                <a:cs typeface="Inter"/>
              </a:defRPr>
            </a:defPPr>
            <a:lvl1pPr>
              <a:defRPr sz="1200" b="0">
                <a:solidFill>
                  <a:srgbClr val="65758B"/>
                </a:solidFill>
                <a:latin typeface="Inter"/>
                <a:ea typeface="Inter"/>
                <a:cs typeface="Inter"/>
              </a:defRPr>
            </a:lvl1pPr>
            <a:lvl2pPr>
              <a:defRPr sz="1200" b="0">
                <a:solidFill>
                  <a:srgbClr val="65758B"/>
                </a:solidFill>
                <a:latin typeface="Inter"/>
                <a:ea typeface="Inter"/>
                <a:cs typeface="Inter"/>
              </a:defRPr>
            </a:lvl2pPr>
            <a:lvl3pPr>
              <a:defRPr sz="1200" b="0">
                <a:solidFill>
                  <a:srgbClr val="65758B"/>
                </a:solidFill>
                <a:latin typeface="Inter"/>
                <a:ea typeface="Inter"/>
                <a:cs typeface="Inter"/>
              </a:defRPr>
            </a:lvl3pPr>
            <a:lvl4pPr>
              <a:defRPr sz="1200" b="0">
                <a:solidFill>
                  <a:srgbClr val="65758B"/>
                </a:solidFill>
                <a:latin typeface="Inter"/>
                <a:ea typeface="Inter"/>
                <a:cs typeface="Inter"/>
              </a:defRPr>
            </a:lvl4pPr>
            <a:lvl5pPr>
              <a:defRPr sz="1200" b="0">
                <a:solidFill>
                  <a:srgbClr val="65758B"/>
                </a:solidFill>
                <a:latin typeface="Inter"/>
                <a:ea typeface="Inter"/>
                <a:cs typeface="Inter"/>
              </a:defRPr>
            </a:lvl5pPr>
            <a:lvl6pPr>
              <a:defRPr sz="1200" b="0">
                <a:solidFill>
                  <a:srgbClr val="65758B"/>
                </a:solidFill>
                <a:latin typeface="Inter"/>
                <a:ea typeface="Inter"/>
                <a:cs typeface="Inter"/>
              </a:defRPr>
            </a:lvl6pPr>
            <a:lvl7pPr>
              <a:defRPr sz="1200" b="0">
                <a:solidFill>
                  <a:srgbClr val="65758B"/>
                </a:solidFill>
                <a:latin typeface="Inter"/>
                <a:ea typeface="Inter"/>
                <a:cs typeface="Inter"/>
              </a:defRPr>
            </a:lvl7pPr>
            <a:lvl8pPr>
              <a:defRPr sz="1200" b="0">
                <a:solidFill>
                  <a:srgbClr val="65758B"/>
                </a:solidFill>
                <a:latin typeface="Inter"/>
                <a:ea typeface="Inter"/>
                <a:cs typeface="Inter"/>
              </a:defRPr>
            </a:lvl8pPr>
            <a:lvl9pPr>
              <a:defRPr sz="1200" b="0">
                <a:solidFill>
                  <a:srgbClr val="65758B"/>
                </a:solidFill>
                <a:latin typeface="Inter"/>
                <a:ea typeface="Inter"/>
                <a:cs typeface="Inter"/>
              </a:defRPr>
            </a:lvl9pPr>
          </a:lstStyle>
          <a:p xmlns:a="http://schemas.openxmlformats.org/drawingml/2006/main">
            <a:pPr>
              <a:defRPr sz="1200" b="0">
                <a:solidFill>
                  <a:srgbClr val="65758B"/>
                </a:solidFill>
                <a:latin typeface="Inter"/>
                <a:ea typeface="Inter"/>
                <a:cs typeface="Inter"/>
              </a:defRPr>
            </a:pPr>
            <a:r>
              <a:rPr sz="1200" b="0">
                <a:solidFill>
                  <a:srgbClr val="65758B"/>
                </a:solidFill>
                <a:latin typeface="Inter"/>
                <a:ea typeface="Inter"/>
                <a:cs typeface="Inter"/>
              </a:rPr>
              <a:t>05</a:t>
            </a:r>
          </a:p>
        </p:txBody>
      </p:sp>
      <p:sp>
        <p:nvSpPr>
          <p:cNvPr id="3" name="">
            <a:extLst xmlns:a="http://schemas.openxmlformats.org/drawingml/2006/main">
              <a:ext uri="{FF2B5EF4-FFF2-40B4-BE49-F238E27FC236}">
                <a16:creationId xmlns:a16="http://schemas.microsoft.com/office/drawing/2014/main" id="{0BFAC903-0869-4D57-A6F7-49C4A63EB656}"/>
              </a:ext>
            </a:extLst>
          </p:cNvPr>
          <p:cNvSpPr>
            <a:spLocks xmlns:a="http://schemas.openxmlformats.org/drawingml/2006/main" noGrp="1"/>
          </p:cNvSpPr>
          <p:nvPr/>
        </p:nvSpPr>
        <p:spPr>
          <a:xfrm xmlns:a="http://schemas.openxmlformats.org/drawingml/2006/main">
            <a:off x="609600" y="13239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5758B"/>
                </a:solidFill>
                <a:latin typeface="Inter"/>
                <a:ea typeface="Inter"/>
                <a:cs typeface="Inter"/>
              </a:defRPr>
            </a:defPPr>
            <a:lvl1pPr>
              <a:defRPr sz="2025" b="0">
                <a:solidFill>
                  <a:srgbClr val="65758B"/>
                </a:solidFill>
                <a:latin typeface="Inter"/>
                <a:ea typeface="Inter"/>
                <a:cs typeface="Inter"/>
              </a:defRPr>
            </a:lvl1pPr>
            <a:lvl2pPr>
              <a:defRPr sz="2025" b="0">
                <a:solidFill>
                  <a:srgbClr val="65758B"/>
                </a:solidFill>
                <a:latin typeface="Inter"/>
                <a:ea typeface="Inter"/>
                <a:cs typeface="Inter"/>
              </a:defRPr>
            </a:lvl2pPr>
            <a:lvl3pPr>
              <a:defRPr sz="2025" b="0">
                <a:solidFill>
                  <a:srgbClr val="65758B"/>
                </a:solidFill>
                <a:latin typeface="Inter"/>
                <a:ea typeface="Inter"/>
                <a:cs typeface="Inter"/>
              </a:defRPr>
            </a:lvl3pPr>
            <a:lvl4pPr>
              <a:defRPr sz="2025" b="0">
                <a:solidFill>
                  <a:srgbClr val="65758B"/>
                </a:solidFill>
                <a:latin typeface="Inter"/>
                <a:ea typeface="Inter"/>
                <a:cs typeface="Inter"/>
              </a:defRPr>
            </a:lvl4pPr>
            <a:lvl5pPr>
              <a:defRPr sz="2025" b="0">
                <a:solidFill>
                  <a:srgbClr val="65758B"/>
                </a:solidFill>
                <a:latin typeface="Inter"/>
                <a:ea typeface="Inter"/>
                <a:cs typeface="Inter"/>
              </a:defRPr>
            </a:lvl5pPr>
            <a:lvl6pPr>
              <a:defRPr sz="2025" b="0">
                <a:solidFill>
                  <a:srgbClr val="65758B"/>
                </a:solidFill>
                <a:latin typeface="Inter"/>
                <a:ea typeface="Inter"/>
                <a:cs typeface="Inter"/>
              </a:defRPr>
            </a:lvl6pPr>
            <a:lvl7pPr>
              <a:defRPr sz="2025" b="0">
                <a:solidFill>
                  <a:srgbClr val="65758B"/>
                </a:solidFill>
                <a:latin typeface="Inter"/>
                <a:ea typeface="Inter"/>
                <a:cs typeface="Inter"/>
              </a:defRPr>
            </a:lvl7pPr>
            <a:lvl8pPr>
              <a:defRPr sz="2025" b="0">
                <a:solidFill>
                  <a:srgbClr val="65758B"/>
                </a:solidFill>
                <a:latin typeface="Inter"/>
                <a:ea typeface="Inter"/>
                <a:cs typeface="Inter"/>
              </a:defRPr>
            </a:lvl8pPr>
            <a:lvl9pPr>
              <a:defRPr sz="2025" b="0">
                <a:solidFill>
                  <a:srgbClr val="65758B"/>
                </a:solidFill>
                <a:latin typeface="Inter"/>
                <a:ea typeface="Inter"/>
                <a:cs typeface="Inter"/>
              </a:defRPr>
            </a:lvl9pPr>
          </a:lstStyle>
          <a:p xmlns:a="http://schemas.openxmlformats.org/drawingml/2006/main">
            <a:pPr>
              <a:defRPr sz="2025" b="0">
                <a:solidFill>
                  <a:srgbClr val="65758B"/>
                </a:solidFill>
                <a:latin typeface="Inter"/>
                <a:ea typeface="Inter"/>
                <a:cs typeface="Inter"/>
              </a:defRPr>
            </a:pPr>
            <a:r>
              <a:rPr sz="2025" b="0">
                <a:solidFill>
                  <a:srgbClr val="65758B"/>
                </a:solidFill>
                <a:latin typeface="Inter"/>
                <a:ea typeface="Inter"/>
                <a:cs typeface="Inter"/>
              </a:rPr>
              <a:t>Two hosts, three services, at least one service on each host</a:t>
            </a:r>
          </a:p>
        </p:txBody>
      </p:sp>
      <p:graphicFrame>
        <p:nvGraphicFramePr>
          <p:cNvPr id="4" name="">
            <a:extLst xmlns:a="http://schemas.openxmlformats.org/drawingml/2006/main">
              <a:ext uri="{FF2B5EF4-FFF2-40B4-BE49-F238E27FC236}">
                <a16:creationId xmlns:a16="http://schemas.microsoft.com/office/drawing/2014/main" id="{0E528F38-01E9-40E2-AB24-DC9F700E4160}"/>
              </a:ext>
            </a:extLst>
          </p:cNvPr>
          <p:cNvGraphicFramePr/>
          <p:nvPr/>
        </p:nvGraphicFramePr>
        <p:xfrm>
          <a:off xmlns:a="http://schemas.openxmlformats.org/drawingml/2006/main" x="609600" y="2105025"/>
          <a:ext xmlns:a="http://schemas.openxmlformats.org/drawingml/2006/main" cx="10972800" cy="2571750"/>
        </p:xfrm>
        <a:graphic xmlns:a="http://schemas.openxmlformats.org/drawingml/2006/main">
          <a:graphicData uri="http://schemas.openxmlformats.org/drawingml/2006/table">
            <a:tbl>
              <a:tblPr/>
              <a:tblGrid>
                <a:gridCol w="2095500"/>
                <a:gridCol w="2952750"/>
                <a:gridCol w="1952625"/>
                <a:gridCol w="1952625"/>
                <a:gridCol w="2019300"/>
              </a:tblGrid>
              <a:tr h="642938">
                <a:tc>
                  <a:txBody>
                    <a:bodyPr/>
                    <a:lstStyle/>
                    <a:p>
                      <a:r>
                        <a:rPr sz="1950" b="1">
                          <a:solidFill>
                            <a:srgbClr val="FFFFFF"/>
                          </a:solidFill>
                          <a:latin typeface="Inter"/>
                          <a:ea typeface="Inter"/>
                          <a:cs typeface="Inter"/>
                        </a:rPr>
                        <a:t>Candidate</a:t>
                      </a:r>
                    </a:p>
                  </a:txBody>
                  <a:tcPr marL="91440" marR="91440" marT="45720" marB="45720">
                    <a:lnL w="9525">
                      <a:solidFill>
                        <a:srgbClr val="E0E7EF"/>
                      </a:solidFill>
                      <a:prstDash val="solid"/>
                    </a:lnL>
                    <a:lnR w="9525">
                      <a:solidFill>
                        <a:srgbClr val="E0E7EF"/>
                      </a:solidFill>
                      <a:prstDash val="solid"/>
                    </a:lnR>
                    <a:lnT w="9525">
                      <a:solidFill>
                        <a:srgbClr val="E0E7EF"/>
                      </a:solidFill>
                      <a:prstDash val="solid"/>
                    </a:lnT>
                    <a:lnB w="9525">
                      <a:solidFill>
                        <a:srgbClr val="E0E7EF"/>
                      </a:solidFill>
                      <a:prstDash val="solid"/>
                    </a:lnB>
                    <a:solidFill>
                      <a:srgbClr val="19273E"/>
                    </a:solidFill>
                  </a:tcPr>
                </a:tc>
                <a:tc>
                  <a:txBody>
                    <a:bodyPr/>
                    <a:lstStyle/>
                    <a:p>
                      <a:r>
                        <a:rPr sz="1950" b="1">
                          <a:solidFill>
                            <a:srgbClr val="FFFFFF"/>
                          </a:solidFill>
                          <a:latin typeface="Inter"/>
                          <a:ea typeface="Inter"/>
                          <a:cs typeface="Inter"/>
                        </a:rPr>
                        <a:t>Assignment</a:t>
                      </a:r>
                    </a:p>
                  </a:txBody>
                  <a:tcPr marL="91440" marR="91440" marT="45720" marB="45720">
                    <a:lnR w="9525">
                      <a:solidFill>
                        <a:srgbClr val="E0E7EF"/>
                      </a:solidFill>
                      <a:prstDash val="solid"/>
                    </a:lnR>
                    <a:lnT w="9525">
                      <a:solidFill>
                        <a:srgbClr val="E0E7EF"/>
                      </a:solidFill>
                      <a:prstDash val="solid"/>
                    </a:lnT>
                    <a:lnB w="9525">
                      <a:solidFill>
                        <a:srgbClr val="E0E7EF"/>
                      </a:solidFill>
                      <a:prstDash val="solid"/>
                    </a:lnB>
                    <a:solidFill>
                      <a:srgbClr val="19273E"/>
                    </a:solidFill>
                  </a:tcPr>
                </a:tc>
                <a:tc>
                  <a:txBody>
                    <a:bodyPr/>
                    <a:lstStyle/>
                    <a:p>
                      <a:r>
                        <a:rPr sz="1950" b="1">
                          <a:solidFill>
                            <a:srgbClr val="FFFFFF"/>
                          </a:solidFill>
                          <a:latin typeface="Inter"/>
                          <a:ea typeface="Inter"/>
                          <a:cs typeface="Inter"/>
                        </a:rPr>
                        <a:t>Delay</a:t>
                      </a:r>
                    </a:p>
                  </a:txBody>
                  <a:tcPr marL="91440" marR="91440" marT="45720" marB="45720">
                    <a:lnR w="9525">
                      <a:solidFill>
                        <a:srgbClr val="E0E7EF"/>
                      </a:solidFill>
                      <a:prstDash val="solid"/>
                    </a:lnR>
                    <a:lnT w="9525">
                      <a:solidFill>
                        <a:srgbClr val="E0E7EF"/>
                      </a:solidFill>
                      <a:prstDash val="solid"/>
                    </a:lnT>
                    <a:lnB w="9525">
                      <a:solidFill>
                        <a:srgbClr val="E0E7EF"/>
                      </a:solidFill>
                      <a:prstDash val="solid"/>
                    </a:lnB>
                    <a:solidFill>
                      <a:srgbClr val="19273E"/>
                    </a:solidFill>
                  </a:tcPr>
                </a:tc>
                <a:tc>
                  <a:txBody>
                    <a:bodyPr/>
                    <a:lstStyle/>
                    <a:p>
                      <a:r>
                        <a:rPr sz="1950" b="1">
                          <a:solidFill>
                            <a:srgbClr val="FFFFFF"/>
                          </a:solidFill>
                          <a:latin typeface="Inter"/>
                          <a:ea typeface="Inter"/>
                          <a:cs typeface="Inter"/>
                        </a:rPr>
                        <a:t>Demo cost</a:t>
                      </a:r>
                    </a:p>
                  </a:txBody>
                  <a:tcPr marL="91440" marR="91440" marT="45720" marB="45720">
                    <a:lnR w="9525">
                      <a:solidFill>
                        <a:srgbClr val="E0E7EF"/>
                      </a:solidFill>
                      <a:prstDash val="solid"/>
                    </a:lnR>
                    <a:lnT w="9525">
                      <a:solidFill>
                        <a:srgbClr val="E0E7EF"/>
                      </a:solidFill>
                      <a:prstDash val="solid"/>
                    </a:lnT>
                    <a:lnB w="9525">
                      <a:solidFill>
                        <a:srgbClr val="E0E7EF"/>
                      </a:solidFill>
                      <a:prstDash val="solid"/>
                    </a:lnB>
                    <a:solidFill>
                      <a:srgbClr val="19273E"/>
                    </a:solidFill>
                  </a:tcPr>
                </a:tc>
                <a:tc>
                  <a:txBody>
                    <a:bodyPr/>
                    <a:lstStyle/>
                    <a:p>
                      <a:r>
                        <a:rPr sz="1950" b="1">
                          <a:solidFill>
                            <a:srgbClr val="FFFFFF"/>
                          </a:solidFill>
                          <a:latin typeface="Inter"/>
                          <a:ea typeface="Inter"/>
                          <a:cs typeface="Inter"/>
                        </a:rPr>
                        <a:t>Feasible?</a:t>
                      </a:r>
                    </a:p>
                  </a:txBody>
                  <a:tcPr marL="91440" marR="91440" marT="45720" marB="45720">
                    <a:lnR w="9525">
                      <a:solidFill>
                        <a:srgbClr val="E0E7EF"/>
                      </a:solidFill>
                      <a:prstDash val="solid"/>
                    </a:lnR>
                    <a:lnT w="9525">
                      <a:solidFill>
                        <a:srgbClr val="E0E7EF"/>
                      </a:solidFill>
                      <a:prstDash val="solid"/>
                    </a:lnT>
                    <a:lnB w="9525">
                      <a:solidFill>
                        <a:srgbClr val="E0E7EF"/>
                      </a:solidFill>
                      <a:prstDash val="solid"/>
                    </a:lnB>
                    <a:solidFill>
                      <a:srgbClr val="19273E"/>
                    </a:solidFill>
                  </a:tcPr>
                </a:tc>
              </a:tr>
              <a:tr h="642938">
                <a:tc>
                  <a:txBody>
                    <a:bodyPr/>
                    <a:lstStyle/>
                    <a:p>
                      <a:r>
                        <a:rPr sz="1950" b="0">
                          <a:solidFill>
                            <a:srgbClr val="19273E"/>
                          </a:solidFill>
                          <a:latin typeface="Inter"/>
                          <a:ea typeface="Inter"/>
                          <a:cs typeface="Inter"/>
                        </a:rPr>
                        <a:t>A</a:t>
                      </a:r>
                    </a:p>
                  </a:txBody>
                  <a:tcPr marL="91440" marR="91440" marT="45720" marB="45720">
                    <a:lnL w="9525">
                      <a:solidFill>
                        <a:srgbClr val="E0E7EF"/>
                      </a:solidFill>
                      <a:prstDash val="solid"/>
                    </a:lnL>
                    <a:lnR w="9525">
                      <a:solidFill>
                        <a:srgbClr val="E0E7EF"/>
                      </a:solidFill>
                      <a:prstDash val="solid"/>
                    </a:lnR>
                    <a:lnB w="9525">
                      <a:solidFill>
                        <a:srgbClr val="E0E7EF"/>
                      </a:solidFill>
                      <a:prstDash val="solid"/>
                    </a:lnB>
                    <a:solidFill>
                      <a:srgbClr val="FFFFFF"/>
                    </a:solidFill>
                  </a:tcPr>
                </a:tc>
                <a:tc>
                  <a:txBody>
                    <a:bodyPr/>
                    <a:lstStyle/>
                    <a:p>
                      <a:r>
                        <a:rPr sz="1950" b="0">
                          <a:solidFill>
                            <a:srgbClr val="19273E"/>
                          </a:solidFill>
                          <a:latin typeface="Inter"/>
                          <a:ea typeface="Inter"/>
                          <a:cs typeface="Inter"/>
                        </a:rPr>
                        <a:t>S1, S2, S1</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950" b="0">
                          <a:solidFill>
                            <a:srgbClr val="19273E"/>
                          </a:solidFill>
                          <a:latin typeface="Inter"/>
                          <a:ea typeface="Inter"/>
                          <a:cs typeface="Inter"/>
                        </a:rPr>
                        <a:t>12 ms</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950" b="0">
                          <a:solidFill>
                            <a:srgbClr val="19273E"/>
                          </a:solidFill>
                          <a:latin typeface="Inter"/>
                          <a:ea typeface="Inter"/>
                          <a:cs typeface="Inter"/>
                        </a:rPr>
                        <a:t>1.0</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950" b="0">
                          <a:solidFill>
                            <a:srgbClr val="19273E"/>
                          </a:solidFill>
                          <a:latin typeface="Inter"/>
                          <a:ea typeface="Inter"/>
                          <a:cs typeface="Inter"/>
                        </a:rPr>
                        <a:t>Yes</a:t>
                      </a:r>
                    </a:p>
                  </a:txBody>
                  <a:tcPr marL="91440" marR="91440" marT="45720" marB="45720">
                    <a:lnR w="9525">
                      <a:solidFill>
                        <a:srgbClr val="E0E7EF"/>
                      </a:solidFill>
                      <a:prstDash val="solid"/>
                    </a:lnR>
                    <a:lnB w="9525">
                      <a:solidFill>
                        <a:srgbClr val="E0E7EF"/>
                      </a:solidFill>
                      <a:prstDash val="solid"/>
                    </a:lnB>
                    <a:solidFill>
                      <a:srgbClr val="FFFFFF"/>
                    </a:solidFill>
                  </a:tcPr>
                </a:tc>
              </a:tr>
              <a:tr h="642938">
                <a:tc>
                  <a:txBody>
                    <a:bodyPr/>
                    <a:lstStyle/>
                    <a:p>
                      <a:r>
                        <a:rPr sz="1950" b="0">
                          <a:solidFill>
                            <a:srgbClr val="19273E"/>
                          </a:solidFill>
                          <a:latin typeface="Inter"/>
                          <a:ea typeface="Inter"/>
                          <a:cs typeface="Inter"/>
                        </a:rPr>
                        <a:t>B</a:t>
                      </a:r>
                    </a:p>
                  </a:txBody>
                  <a:tcPr marL="91440" marR="91440" marT="45720" marB="45720">
                    <a:lnL w="9525">
                      <a:solidFill>
                        <a:srgbClr val="E0E7EF"/>
                      </a:solidFill>
                      <a:prstDash val="solid"/>
                    </a:lnL>
                    <a:lnR w="9525">
                      <a:solidFill>
                        <a:srgbClr val="E0E7EF"/>
                      </a:solidFill>
                      <a:prstDash val="solid"/>
                    </a:lnR>
                    <a:lnB w="9525">
                      <a:solidFill>
                        <a:srgbClr val="E0E7EF"/>
                      </a:solidFill>
                      <a:prstDash val="solid"/>
                    </a:lnB>
                    <a:solidFill>
                      <a:srgbClr val="EEF3FA"/>
                    </a:solidFill>
                  </a:tcPr>
                </a:tc>
                <a:tc>
                  <a:txBody>
                    <a:bodyPr/>
                    <a:lstStyle/>
                    <a:p>
                      <a:r>
                        <a:rPr sz="1950" b="0">
                          <a:solidFill>
                            <a:srgbClr val="19273E"/>
                          </a:solidFill>
                          <a:latin typeface="Inter"/>
                          <a:ea typeface="Inter"/>
                          <a:cs typeface="Inter"/>
                        </a:rPr>
                        <a:t>S2, S1, S2</a:t>
                      </a:r>
                    </a:p>
                  </a:txBody>
                  <a:tcPr marL="91440" marR="91440" marT="45720" marB="45720">
                    <a:lnR w="9525">
                      <a:solidFill>
                        <a:srgbClr val="E0E7EF"/>
                      </a:solidFill>
                      <a:prstDash val="solid"/>
                    </a:lnR>
                    <a:lnB w="9525">
                      <a:solidFill>
                        <a:srgbClr val="E0E7EF"/>
                      </a:solidFill>
                      <a:prstDash val="solid"/>
                    </a:lnB>
                    <a:solidFill>
                      <a:srgbClr val="EEF3FA"/>
                    </a:solidFill>
                  </a:tcPr>
                </a:tc>
                <a:tc>
                  <a:txBody>
                    <a:bodyPr/>
                    <a:lstStyle/>
                    <a:p>
                      <a:r>
                        <a:rPr sz="1950" b="0">
                          <a:solidFill>
                            <a:srgbClr val="19273E"/>
                          </a:solidFill>
                          <a:latin typeface="Inter"/>
                          <a:ea typeface="Inter"/>
                          <a:cs typeface="Inter"/>
                        </a:rPr>
                        <a:t>17 ms</a:t>
                      </a:r>
                    </a:p>
                  </a:txBody>
                  <a:tcPr marL="91440" marR="91440" marT="45720" marB="45720">
                    <a:lnR w="9525">
                      <a:solidFill>
                        <a:srgbClr val="E0E7EF"/>
                      </a:solidFill>
                      <a:prstDash val="solid"/>
                    </a:lnR>
                    <a:lnB w="9525">
                      <a:solidFill>
                        <a:srgbClr val="E0E7EF"/>
                      </a:solidFill>
                      <a:prstDash val="solid"/>
                    </a:lnB>
                    <a:solidFill>
                      <a:srgbClr val="EEF3FA"/>
                    </a:solidFill>
                  </a:tcPr>
                </a:tc>
                <a:tc>
                  <a:txBody>
                    <a:bodyPr/>
                    <a:lstStyle/>
                    <a:p>
                      <a:r>
                        <a:rPr sz="1950" b="0">
                          <a:solidFill>
                            <a:srgbClr val="19273E"/>
                          </a:solidFill>
                          <a:latin typeface="Inter"/>
                          <a:ea typeface="Inter"/>
                          <a:cs typeface="Inter"/>
                        </a:rPr>
                        <a:t>1.1</a:t>
                      </a:r>
                    </a:p>
                  </a:txBody>
                  <a:tcPr marL="91440" marR="91440" marT="45720" marB="45720">
                    <a:lnR w="9525">
                      <a:solidFill>
                        <a:srgbClr val="E0E7EF"/>
                      </a:solidFill>
                      <a:prstDash val="solid"/>
                    </a:lnR>
                    <a:lnB w="9525">
                      <a:solidFill>
                        <a:srgbClr val="E0E7EF"/>
                      </a:solidFill>
                      <a:prstDash val="solid"/>
                    </a:lnB>
                    <a:solidFill>
                      <a:srgbClr val="EEF3FA"/>
                    </a:solidFill>
                  </a:tcPr>
                </a:tc>
                <a:tc>
                  <a:txBody>
                    <a:bodyPr/>
                    <a:lstStyle/>
                    <a:p>
                      <a:r>
                        <a:rPr sz="1950" b="0">
                          <a:solidFill>
                            <a:srgbClr val="19273E"/>
                          </a:solidFill>
                          <a:latin typeface="Inter"/>
                          <a:ea typeface="Inter"/>
                          <a:cs typeface="Inter"/>
                        </a:rPr>
                        <a:t>Yes</a:t>
                      </a:r>
                    </a:p>
                  </a:txBody>
                  <a:tcPr marL="91440" marR="91440" marT="45720" marB="45720">
                    <a:lnR w="9525">
                      <a:solidFill>
                        <a:srgbClr val="E0E7EF"/>
                      </a:solidFill>
                      <a:prstDash val="solid"/>
                    </a:lnR>
                    <a:lnB w="9525">
                      <a:solidFill>
                        <a:srgbClr val="E0E7EF"/>
                      </a:solidFill>
                      <a:prstDash val="solid"/>
                    </a:lnB>
                    <a:solidFill>
                      <a:srgbClr val="EEF3FA"/>
                    </a:solidFill>
                  </a:tcPr>
                </a:tc>
              </a:tr>
              <a:tr h="642938">
                <a:tc>
                  <a:txBody>
                    <a:bodyPr/>
                    <a:lstStyle/>
                    <a:p>
                      <a:r>
                        <a:rPr sz="1950" b="0">
                          <a:solidFill>
                            <a:srgbClr val="19273E"/>
                          </a:solidFill>
                          <a:latin typeface="Inter"/>
                          <a:ea typeface="Inter"/>
                          <a:cs typeface="Inter"/>
                        </a:rPr>
                        <a:t>C</a:t>
                      </a:r>
                    </a:p>
                  </a:txBody>
                  <a:tcPr marL="91440" marR="91440" marT="45720" marB="45720">
                    <a:lnL w="9525">
                      <a:solidFill>
                        <a:srgbClr val="E0E7EF"/>
                      </a:solidFill>
                      <a:prstDash val="solid"/>
                    </a:lnL>
                    <a:lnR w="9525">
                      <a:solidFill>
                        <a:srgbClr val="E0E7EF"/>
                      </a:solidFill>
                      <a:prstDash val="solid"/>
                    </a:lnR>
                    <a:lnB w="9525">
                      <a:solidFill>
                        <a:srgbClr val="E0E7EF"/>
                      </a:solidFill>
                      <a:prstDash val="solid"/>
                    </a:lnB>
                    <a:solidFill>
                      <a:srgbClr val="FFFFFF"/>
                    </a:solidFill>
                  </a:tcPr>
                </a:tc>
                <a:tc>
                  <a:txBody>
                    <a:bodyPr/>
                    <a:lstStyle/>
                    <a:p>
                      <a:r>
                        <a:rPr sz="1950" b="0">
                          <a:solidFill>
                            <a:srgbClr val="19273E"/>
                          </a:solidFill>
                          <a:latin typeface="Inter"/>
                          <a:ea typeface="Inter"/>
                          <a:cs typeface="Inter"/>
                        </a:rPr>
                        <a:t>S1, S1, S1</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950" b="0">
                          <a:solidFill>
                            <a:srgbClr val="19273E"/>
                          </a:solidFill>
                          <a:latin typeface="Inter"/>
                          <a:ea typeface="Inter"/>
                          <a:cs typeface="Inter"/>
                        </a:rPr>
                        <a:t>Excluded</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950" b="0">
                          <a:solidFill>
                            <a:srgbClr val="19273E"/>
                          </a:solidFill>
                          <a:latin typeface="Inter"/>
                          <a:ea typeface="Inter"/>
                          <a:cs typeface="Inter"/>
                        </a:rPr>
                        <a:t>Excluded</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950" b="0">
                          <a:solidFill>
                            <a:srgbClr val="19273E"/>
                          </a:solidFill>
                          <a:latin typeface="Inter"/>
                          <a:ea typeface="Inter"/>
                          <a:cs typeface="Inter"/>
                        </a:rPr>
                        <a:t>No</a:t>
                      </a:r>
                    </a:p>
                  </a:txBody>
                  <a:tcPr marL="91440" marR="91440" marT="45720" marB="45720">
                    <a:lnR w="9525">
                      <a:solidFill>
                        <a:srgbClr val="E0E7EF"/>
                      </a:solidFill>
                      <a:prstDash val="solid"/>
                    </a:lnR>
                    <a:lnB w="9525">
                      <a:solidFill>
                        <a:srgbClr val="E0E7E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FDDDC7B-343A-4ECF-978C-73E627FDFC81}"/>
              </a:ext>
            </a:extLst>
          </p:cNvPr>
          <p:cNvSpPr>
            <a:spLocks xmlns:a="http://schemas.openxmlformats.org/drawingml/2006/main" noGrp="1"/>
          </p:cNvSpPr>
          <p:nvPr/>
        </p:nvSpPr>
        <p:spPr>
          <a:xfrm xmlns:a="http://schemas.openxmlformats.org/drawingml/2006/main">
            <a:off x="609600" y="516255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273E"/>
                </a:solidFill>
                <a:latin typeface="Inter"/>
                <a:ea typeface="Inter"/>
                <a:cs typeface="Inter"/>
              </a:defRPr>
            </a:defPPr>
            <a:lvl1pPr>
              <a:defRPr sz="2250" b="0">
                <a:solidFill>
                  <a:srgbClr val="19273E"/>
                </a:solidFill>
                <a:latin typeface="Inter"/>
                <a:ea typeface="Inter"/>
                <a:cs typeface="Inter"/>
              </a:defRPr>
            </a:lvl1pPr>
            <a:lvl2pPr>
              <a:defRPr sz="2250" b="0">
                <a:solidFill>
                  <a:srgbClr val="19273E"/>
                </a:solidFill>
                <a:latin typeface="Inter"/>
                <a:ea typeface="Inter"/>
                <a:cs typeface="Inter"/>
              </a:defRPr>
            </a:lvl2pPr>
            <a:lvl3pPr>
              <a:defRPr sz="2250" b="0">
                <a:solidFill>
                  <a:srgbClr val="19273E"/>
                </a:solidFill>
                <a:latin typeface="Inter"/>
                <a:ea typeface="Inter"/>
                <a:cs typeface="Inter"/>
              </a:defRPr>
            </a:lvl3pPr>
            <a:lvl4pPr>
              <a:defRPr sz="2250" b="0">
                <a:solidFill>
                  <a:srgbClr val="19273E"/>
                </a:solidFill>
                <a:latin typeface="Inter"/>
                <a:ea typeface="Inter"/>
                <a:cs typeface="Inter"/>
              </a:defRPr>
            </a:lvl4pPr>
            <a:lvl5pPr>
              <a:defRPr sz="2250" b="0">
                <a:solidFill>
                  <a:srgbClr val="19273E"/>
                </a:solidFill>
                <a:latin typeface="Inter"/>
                <a:ea typeface="Inter"/>
                <a:cs typeface="Inter"/>
              </a:defRPr>
            </a:lvl5pPr>
            <a:lvl6pPr>
              <a:defRPr sz="2250" b="0">
                <a:solidFill>
                  <a:srgbClr val="19273E"/>
                </a:solidFill>
                <a:latin typeface="Inter"/>
                <a:ea typeface="Inter"/>
                <a:cs typeface="Inter"/>
              </a:defRPr>
            </a:lvl6pPr>
            <a:lvl7pPr>
              <a:defRPr sz="2250" b="0">
                <a:solidFill>
                  <a:srgbClr val="19273E"/>
                </a:solidFill>
                <a:latin typeface="Inter"/>
                <a:ea typeface="Inter"/>
                <a:cs typeface="Inter"/>
              </a:defRPr>
            </a:lvl7pPr>
            <a:lvl8pPr>
              <a:defRPr sz="2250" b="0">
                <a:solidFill>
                  <a:srgbClr val="19273E"/>
                </a:solidFill>
                <a:latin typeface="Inter"/>
                <a:ea typeface="Inter"/>
                <a:cs typeface="Inter"/>
              </a:defRPr>
            </a:lvl8pPr>
            <a:lvl9pPr>
              <a:defRPr sz="2250" b="0">
                <a:solidFill>
                  <a:srgbClr val="19273E"/>
                </a:solidFill>
                <a:latin typeface="Inter"/>
                <a:ea typeface="Inter"/>
                <a:cs typeface="Inter"/>
              </a:defRPr>
            </a:lvl9pPr>
          </a:lstStyle>
          <a:p xmlns:a="http://schemas.openxmlformats.org/drawingml/2006/main">
            <a:pPr>
              <a:defRPr sz="2250" b="0">
                <a:solidFill>
                  <a:srgbClr val="19273E"/>
                </a:solidFill>
                <a:latin typeface="Inter"/>
                <a:ea typeface="Inter"/>
                <a:cs typeface="Inter"/>
              </a:defRPr>
            </a:pPr>
            <a:r>
              <a:rPr sz="2250" b="0">
                <a:solidFill>
                  <a:srgbClr val="19273E"/>
                </a:solidFill>
                <a:latin typeface="Inter"/>
                <a:ea typeface="Inter"/>
                <a:cs typeface="Inter"/>
              </a:rPr>
              <a:t>A has lower delay and lower cost than B.</a:t>
            </a:r>
          </a:p>
          <a:p xmlns:a="http://schemas.openxmlformats.org/drawingml/2006/main">
            <a:pPr>
              <a:defRPr sz="2250" b="0">
                <a:solidFill>
                  <a:srgbClr val="19273E"/>
                </a:solidFill>
                <a:latin typeface="Inter"/>
                <a:ea typeface="Inter"/>
                <a:cs typeface="Inter"/>
              </a:defRPr>
            </a:pPr>
            <a:r>
              <a:rPr sz="2250" b="0">
                <a:solidFill>
                  <a:srgbClr val="19273E"/>
                </a:solidFill>
                <a:latin typeface="Inter"/>
                <a:ea typeface="Inter"/>
                <a:cs typeface="Inter"/>
              </a:rPr>
              <a:t>C breaks a mandatory rule and cannot be selected.</a:t>
            </a:r>
          </a:p>
        </p:txBody>
      </p:sp>
    </p:spTree>
    <p:extLst>
      <p:ext uri="{BB962C8B-B14F-4D97-AF65-F5344CB8AC3E}">
        <p14:creationId xmlns:p14="http://schemas.microsoft.com/office/powerpoint/2010/main" val="1934845137"/>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223727-AB8E-4FEC-9293-162A4F82B6F5}"/>
              </a:ext>
            </a:extLst>
          </p:cNvPr>
          <p:cNvSpPr>
            <a:spLocks xmlns:a="http://schemas.openxmlformats.org/drawingml/2006/main" noGrp="1"/>
          </p:cNvSpPr>
          <p:nvPr/>
        </p:nvSpPr>
        <p:spPr>
          <a:xfrm xmlns:a="http://schemas.openxmlformats.org/drawingml/2006/main">
            <a:off x="609600" y="428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73E"/>
                </a:solidFill>
                <a:latin typeface="Inter"/>
                <a:ea typeface="Inter"/>
                <a:cs typeface="Inter"/>
              </a:defRPr>
            </a:defPPr>
            <a:lvl1pPr>
              <a:defRPr sz="3300" b="1">
                <a:solidFill>
                  <a:srgbClr val="19273E"/>
                </a:solidFill>
                <a:latin typeface="Inter"/>
                <a:ea typeface="Inter"/>
                <a:cs typeface="Inter"/>
              </a:defRPr>
            </a:lvl1pPr>
            <a:lvl2pPr>
              <a:defRPr sz="3300" b="1">
                <a:solidFill>
                  <a:srgbClr val="19273E"/>
                </a:solidFill>
                <a:latin typeface="Inter"/>
                <a:ea typeface="Inter"/>
                <a:cs typeface="Inter"/>
              </a:defRPr>
            </a:lvl2pPr>
            <a:lvl3pPr>
              <a:defRPr sz="3300" b="1">
                <a:solidFill>
                  <a:srgbClr val="19273E"/>
                </a:solidFill>
                <a:latin typeface="Inter"/>
                <a:ea typeface="Inter"/>
                <a:cs typeface="Inter"/>
              </a:defRPr>
            </a:lvl3pPr>
            <a:lvl4pPr>
              <a:defRPr sz="3300" b="1">
                <a:solidFill>
                  <a:srgbClr val="19273E"/>
                </a:solidFill>
                <a:latin typeface="Inter"/>
                <a:ea typeface="Inter"/>
                <a:cs typeface="Inter"/>
              </a:defRPr>
            </a:lvl4pPr>
            <a:lvl5pPr>
              <a:defRPr sz="3300" b="1">
                <a:solidFill>
                  <a:srgbClr val="19273E"/>
                </a:solidFill>
                <a:latin typeface="Inter"/>
                <a:ea typeface="Inter"/>
                <a:cs typeface="Inter"/>
              </a:defRPr>
            </a:lvl5pPr>
            <a:lvl6pPr>
              <a:defRPr sz="3300" b="1">
                <a:solidFill>
                  <a:srgbClr val="19273E"/>
                </a:solidFill>
                <a:latin typeface="Inter"/>
                <a:ea typeface="Inter"/>
                <a:cs typeface="Inter"/>
              </a:defRPr>
            </a:lvl6pPr>
            <a:lvl7pPr>
              <a:defRPr sz="3300" b="1">
                <a:solidFill>
                  <a:srgbClr val="19273E"/>
                </a:solidFill>
                <a:latin typeface="Inter"/>
                <a:ea typeface="Inter"/>
                <a:cs typeface="Inter"/>
              </a:defRPr>
            </a:lvl7pPr>
            <a:lvl8pPr>
              <a:defRPr sz="3300" b="1">
                <a:solidFill>
                  <a:srgbClr val="19273E"/>
                </a:solidFill>
                <a:latin typeface="Inter"/>
                <a:ea typeface="Inter"/>
                <a:cs typeface="Inter"/>
              </a:defRPr>
            </a:lvl8pPr>
            <a:lvl9pPr>
              <a:defRPr sz="3300" b="1">
                <a:solidFill>
                  <a:srgbClr val="19273E"/>
                </a:solidFill>
                <a:latin typeface="Inter"/>
                <a:ea typeface="Inter"/>
                <a:cs typeface="Inter"/>
              </a:defRPr>
            </a:lvl9pPr>
          </a:lstStyle>
          <a:p xmlns:a="http://schemas.openxmlformats.org/drawingml/2006/main">
            <a:pPr>
              <a:defRPr sz="3300" b="1">
                <a:solidFill>
                  <a:srgbClr val="19273E"/>
                </a:solidFill>
                <a:latin typeface="Inter"/>
                <a:ea typeface="Inter"/>
                <a:cs typeface="Inter"/>
              </a:defRPr>
            </a:pPr>
            <a:r>
              <a:rPr sz="3300" b="1">
                <a:solidFill>
                  <a:srgbClr val="19273E"/>
                </a:solidFill>
                <a:latin typeface="Inter"/>
                <a:ea typeface="Inter"/>
                <a:cs typeface="Inter"/>
              </a:rPr>
              <a:t>A feasible placement with 27.75 ms delay</a:t>
            </a:r>
          </a:p>
        </p:txBody>
      </p:sp>
      <p:sp>
        <p:nvSpPr>
          <p:cNvPr id="2" name="">
            <a:extLst xmlns:a="http://schemas.openxmlformats.org/drawingml/2006/main">
              <a:ext uri="{FF2B5EF4-FFF2-40B4-BE49-F238E27FC236}">
                <a16:creationId xmlns:a16="http://schemas.microsoft.com/office/drawing/2014/main" id="{91DEE609-6330-4835-9B94-C76F9A93D22C}"/>
              </a:ext>
            </a:extLst>
          </p:cNvPr>
          <p:cNvSpPr>
            <a:spLocks xmlns:a="http://schemas.openxmlformats.org/drawingml/2006/main" noGrp="1"/>
          </p:cNvSpPr>
          <p:nvPr/>
        </p:nvSpPr>
        <p:spPr>
          <a:xfrm xmlns:a="http://schemas.openxmlformats.org/drawingml/2006/main">
            <a:off x="11144250"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8B"/>
                </a:solidFill>
                <a:latin typeface="Inter"/>
                <a:ea typeface="Inter"/>
                <a:cs typeface="Inter"/>
              </a:defRPr>
            </a:defPPr>
            <a:lvl1pPr>
              <a:defRPr sz="1200" b="0">
                <a:solidFill>
                  <a:srgbClr val="65758B"/>
                </a:solidFill>
                <a:latin typeface="Inter"/>
                <a:ea typeface="Inter"/>
                <a:cs typeface="Inter"/>
              </a:defRPr>
            </a:lvl1pPr>
            <a:lvl2pPr>
              <a:defRPr sz="1200" b="0">
                <a:solidFill>
                  <a:srgbClr val="65758B"/>
                </a:solidFill>
                <a:latin typeface="Inter"/>
                <a:ea typeface="Inter"/>
                <a:cs typeface="Inter"/>
              </a:defRPr>
            </a:lvl2pPr>
            <a:lvl3pPr>
              <a:defRPr sz="1200" b="0">
                <a:solidFill>
                  <a:srgbClr val="65758B"/>
                </a:solidFill>
                <a:latin typeface="Inter"/>
                <a:ea typeface="Inter"/>
                <a:cs typeface="Inter"/>
              </a:defRPr>
            </a:lvl3pPr>
            <a:lvl4pPr>
              <a:defRPr sz="1200" b="0">
                <a:solidFill>
                  <a:srgbClr val="65758B"/>
                </a:solidFill>
                <a:latin typeface="Inter"/>
                <a:ea typeface="Inter"/>
                <a:cs typeface="Inter"/>
              </a:defRPr>
            </a:lvl4pPr>
            <a:lvl5pPr>
              <a:defRPr sz="1200" b="0">
                <a:solidFill>
                  <a:srgbClr val="65758B"/>
                </a:solidFill>
                <a:latin typeface="Inter"/>
                <a:ea typeface="Inter"/>
                <a:cs typeface="Inter"/>
              </a:defRPr>
            </a:lvl5pPr>
            <a:lvl6pPr>
              <a:defRPr sz="1200" b="0">
                <a:solidFill>
                  <a:srgbClr val="65758B"/>
                </a:solidFill>
                <a:latin typeface="Inter"/>
                <a:ea typeface="Inter"/>
                <a:cs typeface="Inter"/>
              </a:defRPr>
            </a:lvl6pPr>
            <a:lvl7pPr>
              <a:defRPr sz="1200" b="0">
                <a:solidFill>
                  <a:srgbClr val="65758B"/>
                </a:solidFill>
                <a:latin typeface="Inter"/>
                <a:ea typeface="Inter"/>
                <a:cs typeface="Inter"/>
              </a:defRPr>
            </a:lvl7pPr>
            <a:lvl8pPr>
              <a:defRPr sz="1200" b="0">
                <a:solidFill>
                  <a:srgbClr val="65758B"/>
                </a:solidFill>
                <a:latin typeface="Inter"/>
                <a:ea typeface="Inter"/>
                <a:cs typeface="Inter"/>
              </a:defRPr>
            </a:lvl8pPr>
            <a:lvl9pPr>
              <a:defRPr sz="1200" b="0">
                <a:solidFill>
                  <a:srgbClr val="65758B"/>
                </a:solidFill>
                <a:latin typeface="Inter"/>
                <a:ea typeface="Inter"/>
                <a:cs typeface="Inter"/>
              </a:defRPr>
            </a:lvl9pPr>
          </a:lstStyle>
          <a:p xmlns:a="http://schemas.openxmlformats.org/drawingml/2006/main">
            <a:pPr>
              <a:defRPr sz="1200" b="0">
                <a:solidFill>
                  <a:srgbClr val="65758B"/>
                </a:solidFill>
                <a:latin typeface="Inter"/>
                <a:ea typeface="Inter"/>
                <a:cs typeface="Inter"/>
              </a:defRPr>
            </a:pPr>
            <a:r>
              <a:rPr sz="1200" b="0">
                <a:solidFill>
                  <a:srgbClr val="65758B"/>
                </a:solidFill>
                <a:latin typeface="Inter"/>
                <a:ea typeface="Inter"/>
                <a:cs typeface="Inter"/>
              </a:rPr>
              <a:t>06</a:t>
            </a:r>
          </a:p>
        </p:txBody>
      </p:sp>
      <p:graphicFrame>
        <p:nvGraphicFramePr>
          <p:cNvPr id="3" name="">
            <a:extLst xmlns:a="http://schemas.openxmlformats.org/drawingml/2006/main">
              <a:ext uri="{FF2B5EF4-FFF2-40B4-BE49-F238E27FC236}">
                <a16:creationId xmlns:a16="http://schemas.microsoft.com/office/drawing/2014/main" id="{13D92DC3-7B9B-48E2-8E3C-EEE3E43C1759}"/>
              </a:ext>
            </a:extLst>
          </p:cNvPr>
          <p:cNvGraphicFramePr/>
          <p:nvPr/>
        </p:nvGraphicFramePr>
        <p:xfrm>
          <a:off xmlns:a="http://schemas.openxmlformats.org/drawingml/2006/main" x="609600" y="1524000"/>
          <a:ext xmlns:a="http://schemas.openxmlformats.org/drawingml/2006/main" cx="10972800" cy="3067050"/>
        </p:xfrm>
        <a:graphic xmlns:a="http://schemas.openxmlformats.org/drawingml/2006/main">
          <a:graphicData uri="http://schemas.openxmlformats.org/drawingml/2006/table">
            <a:tbl>
              <a:tblPr/>
              <a:tblGrid>
                <a:gridCol w="1428750"/>
                <a:gridCol w="1714500"/>
                <a:gridCol w="2381250"/>
                <a:gridCol w="2381250"/>
                <a:gridCol w="3067050"/>
              </a:tblGrid>
              <a:tr h="613410">
                <a:tc>
                  <a:txBody>
                    <a:bodyPr/>
                    <a:lstStyle/>
                    <a:p>
                      <a:r>
                        <a:rPr sz="1875" b="1">
                          <a:solidFill>
                            <a:srgbClr val="FFFFFF"/>
                          </a:solidFill>
                          <a:latin typeface="Inter"/>
                          <a:ea typeface="Inter"/>
                          <a:cs typeface="Inter"/>
                        </a:rPr>
                        <a:t>Host</a:t>
                      </a:r>
                    </a:p>
                  </a:txBody>
                  <a:tcPr marL="91440" marR="91440" marT="45720" marB="45720">
                    <a:lnL w="9525">
                      <a:solidFill>
                        <a:srgbClr val="E0E7EF"/>
                      </a:solidFill>
                      <a:prstDash val="solid"/>
                    </a:lnL>
                    <a:lnR w="9525">
                      <a:solidFill>
                        <a:srgbClr val="E0E7EF"/>
                      </a:solidFill>
                      <a:prstDash val="solid"/>
                    </a:lnR>
                    <a:lnT w="9525">
                      <a:solidFill>
                        <a:srgbClr val="E0E7EF"/>
                      </a:solidFill>
                      <a:prstDash val="solid"/>
                    </a:lnT>
                    <a:lnB w="9525">
                      <a:solidFill>
                        <a:srgbClr val="E0E7EF"/>
                      </a:solidFill>
                      <a:prstDash val="solid"/>
                    </a:lnB>
                    <a:solidFill>
                      <a:srgbClr val="19273E"/>
                    </a:solidFill>
                  </a:tcPr>
                </a:tc>
                <a:tc>
                  <a:txBody>
                    <a:bodyPr/>
                    <a:lstStyle/>
                    <a:p>
                      <a:r>
                        <a:rPr sz="1875" b="1">
                          <a:solidFill>
                            <a:srgbClr val="FFFFFF"/>
                          </a:solidFill>
                          <a:latin typeface="Inter"/>
                          <a:ea typeface="Inter"/>
                          <a:cs typeface="Inter"/>
                        </a:rPr>
                        <a:t>Services</a:t>
                      </a:r>
                    </a:p>
                  </a:txBody>
                  <a:tcPr marL="91440" marR="91440" marT="45720" marB="45720">
                    <a:lnR w="9525">
                      <a:solidFill>
                        <a:srgbClr val="E0E7EF"/>
                      </a:solidFill>
                      <a:prstDash val="solid"/>
                    </a:lnR>
                    <a:lnT w="9525">
                      <a:solidFill>
                        <a:srgbClr val="E0E7EF"/>
                      </a:solidFill>
                      <a:prstDash val="solid"/>
                    </a:lnT>
                    <a:lnB w="9525">
                      <a:solidFill>
                        <a:srgbClr val="E0E7EF"/>
                      </a:solidFill>
                      <a:prstDash val="solid"/>
                    </a:lnB>
                    <a:solidFill>
                      <a:srgbClr val="19273E"/>
                    </a:solidFill>
                  </a:tcPr>
                </a:tc>
                <a:tc>
                  <a:txBody>
                    <a:bodyPr/>
                    <a:lstStyle/>
                    <a:p>
                      <a:r>
                        <a:rPr sz="1875" b="1">
                          <a:solidFill>
                            <a:srgbClr val="FFFFFF"/>
                          </a:solidFill>
                          <a:latin typeface="Inter"/>
                          <a:ea typeface="Inter"/>
                          <a:cs typeface="Inter"/>
                        </a:rPr>
                        <a:t>CPU / cap</a:t>
                      </a:r>
                    </a:p>
                  </a:txBody>
                  <a:tcPr marL="91440" marR="91440" marT="45720" marB="45720">
                    <a:lnR w="9525">
                      <a:solidFill>
                        <a:srgbClr val="E0E7EF"/>
                      </a:solidFill>
                      <a:prstDash val="solid"/>
                    </a:lnR>
                    <a:lnT w="9525">
                      <a:solidFill>
                        <a:srgbClr val="E0E7EF"/>
                      </a:solidFill>
                      <a:prstDash val="solid"/>
                    </a:lnT>
                    <a:lnB w="9525">
                      <a:solidFill>
                        <a:srgbClr val="E0E7EF"/>
                      </a:solidFill>
                      <a:prstDash val="solid"/>
                    </a:lnB>
                    <a:solidFill>
                      <a:srgbClr val="19273E"/>
                    </a:solidFill>
                  </a:tcPr>
                </a:tc>
                <a:tc>
                  <a:txBody>
                    <a:bodyPr/>
                    <a:lstStyle/>
                    <a:p>
                      <a:r>
                        <a:rPr sz="1875" b="1">
                          <a:solidFill>
                            <a:srgbClr val="FFFFFF"/>
                          </a:solidFill>
                          <a:latin typeface="Inter"/>
                          <a:ea typeface="Inter"/>
                          <a:cs typeface="Inter"/>
                        </a:rPr>
                        <a:t>RAM / cap</a:t>
                      </a:r>
                    </a:p>
                  </a:txBody>
                  <a:tcPr marL="91440" marR="91440" marT="45720" marB="45720">
                    <a:lnR w="9525">
                      <a:solidFill>
                        <a:srgbClr val="E0E7EF"/>
                      </a:solidFill>
                      <a:prstDash val="solid"/>
                    </a:lnR>
                    <a:lnT w="9525">
                      <a:solidFill>
                        <a:srgbClr val="E0E7EF"/>
                      </a:solidFill>
                      <a:prstDash val="solid"/>
                    </a:lnT>
                    <a:lnB w="9525">
                      <a:solidFill>
                        <a:srgbClr val="E0E7EF"/>
                      </a:solidFill>
                      <a:prstDash val="solid"/>
                    </a:lnB>
                    <a:solidFill>
                      <a:srgbClr val="19273E"/>
                    </a:solidFill>
                  </a:tcPr>
                </a:tc>
                <a:tc>
                  <a:txBody>
                    <a:bodyPr/>
                    <a:lstStyle/>
                    <a:p>
                      <a:r>
                        <a:rPr sz="1875" b="1">
                          <a:solidFill>
                            <a:srgbClr val="FFFFFF"/>
                          </a:solidFill>
                          <a:latin typeface="Inter"/>
                          <a:ea typeface="Inter"/>
                          <a:cs typeface="Inter"/>
                        </a:rPr>
                        <a:t>Storage / cap</a:t>
                      </a:r>
                    </a:p>
                  </a:txBody>
                  <a:tcPr marL="91440" marR="91440" marT="45720" marB="45720">
                    <a:lnR w="9525">
                      <a:solidFill>
                        <a:srgbClr val="E0E7EF"/>
                      </a:solidFill>
                      <a:prstDash val="solid"/>
                    </a:lnR>
                    <a:lnT w="9525">
                      <a:solidFill>
                        <a:srgbClr val="E0E7EF"/>
                      </a:solidFill>
                      <a:prstDash val="solid"/>
                    </a:lnT>
                    <a:lnB w="9525">
                      <a:solidFill>
                        <a:srgbClr val="E0E7EF"/>
                      </a:solidFill>
                      <a:prstDash val="solid"/>
                    </a:lnB>
                    <a:solidFill>
                      <a:srgbClr val="19273E"/>
                    </a:solidFill>
                  </a:tcPr>
                </a:tc>
              </a:tr>
              <a:tr h="613410">
                <a:tc>
                  <a:txBody>
                    <a:bodyPr/>
                    <a:lstStyle/>
                    <a:p>
                      <a:r>
                        <a:rPr sz="1875" b="0">
                          <a:solidFill>
                            <a:srgbClr val="19273E"/>
                          </a:solidFill>
                          <a:latin typeface="Inter"/>
                          <a:ea typeface="Inter"/>
                          <a:cs typeface="Inter"/>
                        </a:rPr>
                        <a:t>S1</a:t>
                      </a:r>
                    </a:p>
                  </a:txBody>
                  <a:tcPr marL="91440" marR="91440" marT="45720" marB="45720">
                    <a:lnL w="9525">
                      <a:solidFill>
                        <a:srgbClr val="E0E7EF"/>
                      </a:solidFill>
                      <a:prstDash val="solid"/>
                    </a:lnL>
                    <a:lnR w="9525">
                      <a:solidFill>
                        <a:srgbClr val="E0E7EF"/>
                      </a:solidFill>
                      <a:prstDash val="solid"/>
                    </a:lnR>
                    <a:lnB w="9525">
                      <a:solidFill>
                        <a:srgbClr val="E0E7EF"/>
                      </a:solidFill>
                      <a:prstDash val="solid"/>
                    </a:lnB>
                    <a:solidFill>
                      <a:srgbClr val="FFFFFF"/>
                    </a:solidFill>
                  </a:tcPr>
                </a:tc>
                <a:tc>
                  <a:txBody>
                    <a:bodyPr/>
                    <a:lstStyle/>
                    <a:p>
                      <a:r>
                        <a:rPr sz="1875" b="0">
                          <a:solidFill>
                            <a:srgbClr val="19273E"/>
                          </a:solidFill>
                          <a:latin typeface="Inter"/>
                          <a:ea typeface="Inter"/>
                          <a:cs typeface="Inter"/>
                        </a:rPr>
                        <a:t>4</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875" b="0">
                          <a:solidFill>
                            <a:srgbClr val="19273E"/>
                          </a:solidFill>
                          <a:latin typeface="Inter"/>
                          <a:ea typeface="Inter"/>
                          <a:cs typeface="Inter"/>
                        </a:rPr>
                        <a:t>32 / 48</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875" b="0">
                          <a:solidFill>
                            <a:srgbClr val="19273E"/>
                          </a:solidFill>
                          <a:latin typeface="Inter"/>
                          <a:ea typeface="Inter"/>
                          <a:cs typeface="Inter"/>
                        </a:rPr>
                        <a:t>88 / 96</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875" b="0">
                          <a:solidFill>
                            <a:srgbClr val="19273E"/>
                          </a:solidFill>
                          <a:latin typeface="Inter"/>
                          <a:ea typeface="Inter"/>
                          <a:cs typeface="Inter"/>
                        </a:rPr>
                        <a:t>530 / 1000</a:t>
                      </a:r>
                    </a:p>
                  </a:txBody>
                  <a:tcPr marL="91440" marR="91440" marT="45720" marB="45720">
                    <a:lnR w="9525">
                      <a:solidFill>
                        <a:srgbClr val="E0E7EF"/>
                      </a:solidFill>
                      <a:prstDash val="solid"/>
                    </a:lnR>
                    <a:lnB w="9525">
                      <a:solidFill>
                        <a:srgbClr val="E0E7EF"/>
                      </a:solidFill>
                      <a:prstDash val="solid"/>
                    </a:lnB>
                    <a:solidFill>
                      <a:srgbClr val="FFFFFF"/>
                    </a:solidFill>
                  </a:tcPr>
                </a:tc>
              </a:tr>
              <a:tr h="613410">
                <a:tc>
                  <a:txBody>
                    <a:bodyPr/>
                    <a:lstStyle/>
                    <a:p>
                      <a:r>
                        <a:rPr sz="1875" b="0">
                          <a:solidFill>
                            <a:srgbClr val="19273E"/>
                          </a:solidFill>
                          <a:latin typeface="Inter"/>
                          <a:ea typeface="Inter"/>
                          <a:cs typeface="Inter"/>
                        </a:rPr>
                        <a:t>S2</a:t>
                      </a:r>
                    </a:p>
                  </a:txBody>
                  <a:tcPr marL="91440" marR="91440" marT="45720" marB="45720">
                    <a:lnL w="9525">
                      <a:solidFill>
                        <a:srgbClr val="E0E7EF"/>
                      </a:solidFill>
                      <a:prstDash val="solid"/>
                    </a:lnL>
                    <a:lnR w="9525">
                      <a:solidFill>
                        <a:srgbClr val="E0E7EF"/>
                      </a:solidFill>
                      <a:prstDash val="solid"/>
                    </a:lnR>
                    <a:lnB w="9525">
                      <a:solidFill>
                        <a:srgbClr val="E0E7EF"/>
                      </a:solidFill>
                      <a:prstDash val="solid"/>
                    </a:lnB>
                    <a:solidFill>
                      <a:srgbClr val="EEF3FA"/>
                    </a:solidFill>
                  </a:tcPr>
                </a:tc>
                <a:tc>
                  <a:txBody>
                    <a:bodyPr/>
                    <a:lstStyle/>
                    <a:p>
                      <a:r>
                        <a:rPr sz="1875" b="0">
                          <a:solidFill>
                            <a:srgbClr val="19273E"/>
                          </a:solidFill>
                          <a:latin typeface="Inter"/>
                          <a:ea typeface="Inter"/>
                          <a:cs typeface="Inter"/>
                        </a:rPr>
                        <a:t>2</a:t>
                      </a:r>
                    </a:p>
                  </a:txBody>
                  <a:tcPr marL="91440" marR="91440" marT="45720" marB="45720">
                    <a:lnR w="9525">
                      <a:solidFill>
                        <a:srgbClr val="E0E7EF"/>
                      </a:solidFill>
                      <a:prstDash val="solid"/>
                    </a:lnR>
                    <a:lnB w="9525">
                      <a:solidFill>
                        <a:srgbClr val="E0E7EF"/>
                      </a:solidFill>
                      <a:prstDash val="solid"/>
                    </a:lnB>
                    <a:solidFill>
                      <a:srgbClr val="EEF3FA"/>
                    </a:solidFill>
                  </a:tcPr>
                </a:tc>
                <a:tc>
                  <a:txBody>
                    <a:bodyPr/>
                    <a:lstStyle/>
                    <a:p>
                      <a:r>
                        <a:rPr sz="1875" b="0">
                          <a:solidFill>
                            <a:srgbClr val="19273E"/>
                          </a:solidFill>
                          <a:latin typeface="Inter"/>
                          <a:ea typeface="Inter"/>
                          <a:cs typeface="Inter"/>
                        </a:rPr>
                        <a:t>18 / 24</a:t>
                      </a:r>
                    </a:p>
                  </a:txBody>
                  <a:tcPr marL="91440" marR="91440" marT="45720" marB="45720">
                    <a:lnR w="9525">
                      <a:solidFill>
                        <a:srgbClr val="E0E7EF"/>
                      </a:solidFill>
                      <a:prstDash val="solid"/>
                    </a:lnR>
                    <a:lnB w="9525">
                      <a:solidFill>
                        <a:srgbClr val="E0E7EF"/>
                      </a:solidFill>
                      <a:prstDash val="solid"/>
                    </a:lnB>
                    <a:solidFill>
                      <a:srgbClr val="EEF3FA"/>
                    </a:solidFill>
                  </a:tcPr>
                </a:tc>
                <a:tc>
                  <a:txBody>
                    <a:bodyPr/>
                    <a:lstStyle/>
                    <a:p>
                      <a:r>
                        <a:rPr sz="1875" b="0">
                          <a:solidFill>
                            <a:srgbClr val="19273E"/>
                          </a:solidFill>
                          <a:latin typeface="Inter"/>
                          <a:ea typeface="Inter"/>
                          <a:cs typeface="Inter"/>
                        </a:rPr>
                        <a:t>20 / 192</a:t>
                      </a:r>
                    </a:p>
                  </a:txBody>
                  <a:tcPr marL="91440" marR="91440" marT="45720" marB="45720">
                    <a:lnR w="9525">
                      <a:solidFill>
                        <a:srgbClr val="E0E7EF"/>
                      </a:solidFill>
                      <a:prstDash val="solid"/>
                    </a:lnR>
                    <a:lnB w="9525">
                      <a:solidFill>
                        <a:srgbClr val="E0E7EF"/>
                      </a:solidFill>
                      <a:prstDash val="solid"/>
                    </a:lnB>
                    <a:solidFill>
                      <a:srgbClr val="EEF3FA"/>
                    </a:solidFill>
                  </a:tcPr>
                </a:tc>
                <a:tc>
                  <a:txBody>
                    <a:bodyPr/>
                    <a:lstStyle/>
                    <a:p>
                      <a:r>
                        <a:rPr sz="1875" b="0">
                          <a:solidFill>
                            <a:srgbClr val="19273E"/>
                          </a:solidFill>
                          <a:latin typeface="Inter"/>
                          <a:ea typeface="Inter"/>
                          <a:cs typeface="Inter"/>
                        </a:rPr>
                        <a:t>1100 / 1200</a:t>
                      </a:r>
                    </a:p>
                  </a:txBody>
                  <a:tcPr marL="91440" marR="91440" marT="45720" marB="45720">
                    <a:lnR w="9525">
                      <a:solidFill>
                        <a:srgbClr val="E0E7EF"/>
                      </a:solidFill>
                      <a:prstDash val="solid"/>
                    </a:lnR>
                    <a:lnB w="9525">
                      <a:solidFill>
                        <a:srgbClr val="E0E7EF"/>
                      </a:solidFill>
                      <a:prstDash val="solid"/>
                    </a:lnB>
                    <a:solidFill>
                      <a:srgbClr val="EEF3FA"/>
                    </a:solidFill>
                  </a:tcPr>
                </a:tc>
              </a:tr>
              <a:tr h="613410">
                <a:tc>
                  <a:txBody>
                    <a:bodyPr/>
                    <a:lstStyle/>
                    <a:p>
                      <a:r>
                        <a:rPr sz="1875" b="0">
                          <a:solidFill>
                            <a:srgbClr val="19273E"/>
                          </a:solidFill>
                          <a:latin typeface="Inter"/>
                          <a:ea typeface="Inter"/>
                          <a:cs typeface="Inter"/>
                        </a:rPr>
                        <a:t>S3</a:t>
                      </a:r>
                    </a:p>
                  </a:txBody>
                  <a:tcPr marL="91440" marR="91440" marT="45720" marB="45720">
                    <a:lnL w="9525">
                      <a:solidFill>
                        <a:srgbClr val="E0E7EF"/>
                      </a:solidFill>
                      <a:prstDash val="solid"/>
                    </a:lnL>
                    <a:lnR w="9525">
                      <a:solidFill>
                        <a:srgbClr val="E0E7EF"/>
                      </a:solidFill>
                      <a:prstDash val="solid"/>
                    </a:lnR>
                    <a:lnB w="9525">
                      <a:solidFill>
                        <a:srgbClr val="E0E7EF"/>
                      </a:solidFill>
                      <a:prstDash val="solid"/>
                    </a:lnB>
                    <a:solidFill>
                      <a:srgbClr val="FFFFFF"/>
                    </a:solidFill>
                  </a:tcPr>
                </a:tc>
                <a:tc>
                  <a:txBody>
                    <a:bodyPr/>
                    <a:lstStyle/>
                    <a:p>
                      <a:r>
                        <a:rPr sz="1875" b="0">
                          <a:solidFill>
                            <a:srgbClr val="19273E"/>
                          </a:solidFill>
                          <a:latin typeface="Inter"/>
                          <a:ea typeface="Inter"/>
                          <a:cs typeface="Inter"/>
                        </a:rPr>
                        <a:t>2</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875" b="0">
                          <a:solidFill>
                            <a:srgbClr val="19273E"/>
                          </a:solidFill>
                          <a:latin typeface="Inter"/>
                          <a:ea typeface="Inter"/>
                          <a:cs typeface="Inter"/>
                        </a:rPr>
                        <a:t>10 / 16</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875" b="0">
                          <a:solidFill>
                            <a:srgbClr val="19273E"/>
                          </a:solidFill>
                          <a:latin typeface="Inter"/>
                          <a:ea typeface="Inter"/>
                          <a:cs typeface="Inter"/>
                        </a:rPr>
                        <a:t>56 / 64</a:t>
                      </a:r>
                    </a:p>
                  </a:txBody>
                  <a:tcPr marL="91440" marR="91440" marT="45720" marB="45720">
                    <a:lnR w="9525">
                      <a:solidFill>
                        <a:srgbClr val="E0E7EF"/>
                      </a:solidFill>
                      <a:prstDash val="solid"/>
                    </a:lnR>
                    <a:lnB w="9525">
                      <a:solidFill>
                        <a:srgbClr val="E0E7EF"/>
                      </a:solidFill>
                      <a:prstDash val="solid"/>
                    </a:lnB>
                    <a:solidFill>
                      <a:srgbClr val="FFFFFF"/>
                    </a:solidFill>
                  </a:tcPr>
                </a:tc>
                <a:tc>
                  <a:txBody>
                    <a:bodyPr/>
                    <a:lstStyle/>
                    <a:p>
                      <a:r>
                        <a:rPr sz="1875" b="0">
                          <a:solidFill>
                            <a:srgbClr val="19273E"/>
                          </a:solidFill>
                          <a:latin typeface="Inter"/>
                          <a:ea typeface="Inter"/>
                          <a:cs typeface="Inter"/>
                        </a:rPr>
                        <a:t>1800 / 4000</a:t>
                      </a:r>
                    </a:p>
                  </a:txBody>
                  <a:tcPr marL="91440" marR="91440" marT="45720" marB="45720">
                    <a:lnR w="9525">
                      <a:solidFill>
                        <a:srgbClr val="E0E7EF"/>
                      </a:solidFill>
                      <a:prstDash val="solid"/>
                    </a:lnR>
                    <a:lnB w="9525">
                      <a:solidFill>
                        <a:srgbClr val="E0E7EF"/>
                      </a:solidFill>
                      <a:prstDash val="solid"/>
                    </a:lnB>
                    <a:solidFill>
                      <a:srgbClr val="FFFFFF"/>
                    </a:solidFill>
                  </a:tcPr>
                </a:tc>
              </a:tr>
              <a:tr h="613410">
                <a:tc>
                  <a:txBody>
                    <a:bodyPr/>
                    <a:lstStyle/>
                    <a:p>
                      <a:r>
                        <a:rPr sz="1875" b="0">
                          <a:solidFill>
                            <a:srgbClr val="19273E"/>
                          </a:solidFill>
                          <a:latin typeface="Inter"/>
                          <a:ea typeface="Inter"/>
                          <a:cs typeface="Inter"/>
                        </a:rPr>
                        <a:t>S4</a:t>
                      </a:r>
                    </a:p>
                  </a:txBody>
                  <a:tcPr marL="91440" marR="91440" marT="45720" marB="45720">
                    <a:lnL w="9525">
                      <a:solidFill>
                        <a:srgbClr val="E0E7EF"/>
                      </a:solidFill>
                      <a:prstDash val="solid"/>
                    </a:lnL>
                    <a:lnR w="9525">
                      <a:solidFill>
                        <a:srgbClr val="E0E7EF"/>
                      </a:solidFill>
                      <a:prstDash val="solid"/>
                    </a:lnR>
                    <a:lnB w="9525">
                      <a:solidFill>
                        <a:srgbClr val="E0E7EF"/>
                      </a:solidFill>
                      <a:prstDash val="solid"/>
                    </a:lnB>
                    <a:solidFill>
                      <a:srgbClr val="EEF3FA"/>
                    </a:solidFill>
                  </a:tcPr>
                </a:tc>
                <a:tc>
                  <a:txBody>
                    <a:bodyPr/>
                    <a:lstStyle/>
                    <a:p>
                      <a:r>
                        <a:rPr sz="1875" b="0">
                          <a:solidFill>
                            <a:srgbClr val="19273E"/>
                          </a:solidFill>
                          <a:latin typeface="Inter"/>
                          <a:ea typeface="Inter"/>
                          <a:cs typeface="Inter"/>
                        </a:rPr>
                        <a:t>4</a:t>
                      </a:r>
                    </a:p>
                  </a:txBody>
                  <a:tcPr marL="91440" marR="91440" marT="45720" marB="45720">
                    <a:lnR w="9525">
                      <a:solidFill>
                        <a:srgbClr val="E0E7EF"/>
                      </a:solidFill>
                      <a:prstDash val="solid"/>
                    </a:lnR>
                    <a:lnB w="9525">
                      <a:solidFill>
                        <a:srgbClr val="E0E7EF"/>
                      </a:solidFill>
                      <a:prstDash val="solid"/>
                    </a:lnB>
                    <a:solidFill>
                      <a:srgbClr val="EEF3FA"/>
                    </a:solidFill>
                  </a:tcPr>
                </a:tc>
                <a:tc>
                  <a:txBody>
                    <a:bodyPr/>
                    <a:lstStyle/>
                    <a:p>
                      <a:r>
                        <a:rPr sz="1875" b="0">
                          <a:solidFill>
                            <a:srgbClr val="19273E"/>
                          </a:solidFill>
                          <a:latin typeface="Inter"/>
                          <a:ea typeface="Inter"/>
                          <a:cs typeface="Inter"/>
                        </a:rPr>
                        <a:t>18 / 20</a:t>
                      </a:r>
                    </a:p>
                  </a:txBody>
                  <a:tcPr marL="91440" marR="91440" marT="45720" marB="45720">
                    <a:lnR w="9525">
                      <a:solidFill>
                        <a:srgbClr val="E0E7EF"/>
                      </a:solidFill>
                      <a:prstDash val="solid"/>
                    </a:lnR>
                    <a:lnB w="9525">
                      <a:solidFill>
                        <a:srgbClr val="E0E7EF"/>
                      </a:solidFill>
                      <a:prstDash val="solid"/>
                    </a:lnB>
                    <a:solidFill>
                      <a:srgbClr val="EEF3FA"/>
                    </a:solidFill>
                  </a:tcPr>
                </a:tc>
                <a:tc>
                  <a:txBody>
                    <a:bodyPr/>
                    <a:lstStyle/>
                    <a:p>
                      <a:r>
                        <a:rPr sz="1875" b="0">
                          <a:solidFill>
                            <a:srgbClr val="19273E"/>
                          </a:solidFill>
                          <a:latin typeface="Inter"/>
                          <a:ea typeface="Inter"/>
                          <a:cs typeface="Inter"/>
                        </a:rPr>
                        <a:t>48 / 48</a:t>
                      </a:r>
                    </a:p>
                  </a:txBody>
                  <a:tcPr marL="91440" marR="91440" marT="45720" marB="45720">
                    <a:lnR w="9525">
                      <a:solidFill>
                        <a:srgbClr val="E0E7EF"/>
                      </a:solidFill>
                      <a:prstDash val="solid"/>
                    </a:lnR>
                    <a:lnB w="9525">
                      <a:solidFill>
                        <a:srgbClr val="E0E7EF"/>
                      </a:solidFill>
                      <a:prstDash val="solid"/>
                    </a:lnB>
                    <a:solidFill>
                      <a:srgbClr val="EEF3FA"/>
                    </a:solidFill>
                  </a:tcPr>
                </a:tc>
                <a:tc>
                  <a:txBody>
                    <a:bodyPr/>
                    <a:lstStyle/>
                    <a:p>
                      <a:r>
                        <a:rPr sz="1875" b="0">
                          <a:solidFill>
                            <a:srgbClr val="19273E"/>
                          </a:solidFill>
                          <a:latin typeface="Inter"/>
                          <a:ea typeface="Inter"/>
                          <a:cs typeface="Inter"/>
                        </a:rPr>
                        <a:t>250 / 500</a:t>
                      </a:r>
                    </a:p>
                  </a:txBody>
                  <a:tcPr marL="91440" marR="91440" marT="45720" marB="45720">
                    <a:lnR w="9525">
                      <a:solidFill>
                        <a:srgbClr val="E0E7EF"/>
                      </a:solidFill>
                      <a:prstDash val="solid"/>
                    </a:lnR>
                    <a:lnB w="9525">
                      <a:solidFill>
                        <a:srgbClr val="E0E7EF"/>
                      </a:solidFill>
                      <a:prstDash val="solid"/>
                    </a:lnB>
                    <a:solidFill>
                      <a:srgbClr val="EEF3FA"/>
                    </a:solidFill>
                  </a:tcPr>
                </a:tc>
              </a:tr>
            </a:tbl>
          </a:graphicData>
        </a:graphic>
      </p:graphicFrame>
      <p:sp>
        <p:nvSpPr>
          <p:cNvPr id="4" name="">
            <a:extLst xmlns:a="http://schemas.openxmlformats.org/drawingml/2006/main">
              <a:ext uri="{FF2B5EF4-FFF2-40B4-BE49-F238E27FC236}">
                <a16:creationId xmlns:a16="http://schemas.microsoft.com/office/drawing/2014/main" id="{DEF6AF9D-2384-4C0A-A46E-18F53B09DED3}"/>
              </a:ext>
            </a:extLst>
          </p:cNvPr>
          <p:cNvSpPr>
            <a:spLocks xmlns:a="http://schemas.openxmlformats.org/drawingml/2006/main" noGrp="1"/>
          </p:cNvSpPr>
          <p:nvPr/>
        </p:nvSpPr>
        <p:spPr>
          <a:xfrm xmlns:a="http://schemas.openxmlformats.org/drawingml/2006/main">
            <a:off x="609600" y="5029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3866E8"/>
                </a:solidFill>
                <a:latin typeface="Inter"/>
                <a:ea typeface="Inter"/>
                <a:cs typeface="Inter"/>
              </a:defRPr>
            </a:defPPr>
            <a:lvl1pPr>
              <a:defRPr sz="2625" b="1">
                <a:solidFill>
                  <a:srgbClr val="3866E8"/>
                </a:solidFill>
                <a:latin typeface="Inter"/>
                <a:ea typeface="Inter"/>
                <a:cs typeface="Inter"/>
              </a:defRPr>
            </a:lvl1pPr>
            <a:lvl2pPr>
              <a:defRPr sz="2625" b="1">
                <a:solidFill>
                  <a:srgbClr val="3866E8"/>
                </a:solidFill>
                <a:latin typeface="Inter"/>
                <a:ea typeface="Inter"/>
                <a:cs typeface="Inter"/>
              </a:defRPr>
            </a:lvl2pPr>
            <a:lvl3pPr>
              <a:defRPr sz="2625" b="1">
                <a:solidFill>
                  <a:srgbClr val="3866E8"/>
                </a:solidFill>
                <a:latin typeface="Inter"/>
                <a:ea typeface="Inter"/>
                <a:cs typeface="Inter"/>
              </a:defRPr>
            </a:lvl3pPr>
            <a:lvl4pPr>
              <a:defRPr sz="2625" b="1">
                <a:solidFill>
                  <a:srgbClr val="3866E8"/>
                </a:solidFill>
                <a:latin typeface="Inter"/>
                <a:ea typeface="Inter"/>
                <a:cs typeface="Inter"/>
              </a:defRPr>
            </a:lvl4pPr>
            <a:lvl5pPr>
              <a:defRPr sz="2625" b="1">
                <a:solidFill>
                  <a:srgbClr val="3866E8"/>
                </a:solidFill>
                <a:latin typeface="Inter"/>
                <a:ea typeface="Inter"/>
                <a:cs typeface="Inter"/>
              </a:defRPr>
            </a:lvl5pPr>
            <a:lvl6pPr>
              <a:defRPr sz="2625" b="1">
                <a:solidFill>
                  <a:srgbClr val="3866E8"/>
                </a:solidFill>
                <a:latin typeface="Inter"/>
                <a:ea typeface="Inter"/>
                <a:cs typeface="Inter"/>
              </a:defRPr>
            </a:lvl6pPr>
            <a:lvl7pPr>
              <a:defRPr sz="2625" b="1">
                <a:solidFill>
                  <a:srgbClr val="3866E8"/>
                </a:solidFill>
                <a:latin typeface="Inter"/>
                <a:ea typeface="Inter"/>
                <a:cs typeface="Inter"/>
              </a:defRPr>
            </a:lvl7pPr>
            <a:lvl8pPr>
              <a:defRPr sz="2625" b="1">
                <a:solidFill>
                  <a:srgbClr val="3866E8"/>
                </a:solidFill>
                <a:latin typeface="Inter"/>
                <a:ea typeface="Inter"/>
                <a:cs typeface="Inter"/>
              </a:defRPr>
            </a:lvl8pPr>
            <a:lvl9pPr>
              <a:defRPr sz="2625" b="1">
                <a:solidFill>
                  <a:srgbClr val="3866E8"/>
                </a:solidFill>
                <a:latin typeface="Inter"/>
                <a:ea typeface="Inter"/>
                <a:cs typeface="Inter"/>
              </a:defRPr>
            </a:lvl9pPr>
          </a:lstStyle>
          <a:p xmlns:a="http://schemas.openxmlformats.org/drawingml/2006/main">
            <a:pPr>
              <a:defRPr sz="2625" b="1">
                <a:solidFill>
                  <a:srgbClr val="3866E8"/>
                </a:solidFill>
                <a:latin typeface="Inter"/>
                <a:ea typeface="Inter"/>
                <a:cs typeface="Inter"/>
              </a:defRPr>
            </a:pPr>
            <a:r>
              <a:rPr sz="2625" b="1">
                <a:solidFill>
                  <a:srgbClr val="3866E8"/>
                </a:solidFill>
                <a:latin typeface="Inter"/>
                <a:ea typeface="Inter"/>
                <a:cs typeface="Inter"/>
              </a:rPr>
              <a:t>Average delay = (63 + 270) / 12 = 27.75 ms</a:t>
            </a:r>
          </a:p>
        </p:txBody>
      </p:sp>
      <p:sp>
        <p:nvSpPr>
          <p:cNvPr id="5" name="">
            <a:extLst xmlns:a="http://schemas.openxmlformats.org/drawingml/2006/main">
              <a:ext uri="{FF2B5EF4-FFF2-40B4-BE49-F238E27FC236}">
                <a16:creationId xmlns:a16="http://schemas.microsoft.com/office/drawing/2014/main" id="{50C92CC5-2605-483F-8547-E48AD70E9CD2}"/>
              </a:ext>
            </a:extLst>
          </p:cNvPr>
          <p:cNvSpPr>
            <a:spLocks xmlns:a="http://schemas.openxmlformats.org/drawingml/2006/main" noGrp="1"/>
          </p:cNvSpPr>
          <p:nvPr/>
        </p:nvSpPr>
        <p:spPr>
          <a:xfrm xmlns:a="http://schemas.openxmlformats.org/drawingml/2006/main">
            <a:off x="609600" y="5810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5758B"/>
                </a:solidFill>
                <a:latin typeface="Inter"/>
                <a:ea typeface="Inter"/>
                <a:cs typeface="Inter"/>
              </a:defRPr>
            </a:defPPr>
            <a:lvl1pPr>
              <a:defRPr sz="2025" b="0">
                <a:solidFill>
                  <a:srgbClr val="65758B"/>
                </a:solidFill>
                <a:latin typeface="Inter"/>
                <a:ea typeface="Inter"/>
                <a:cs typeface="Inter"/>
              </a:defRPr>
            </a:lvl1pPr>
            <a:lvl2pPr>
              <a:defRPr sz="2025" b="0">
                <a:solidFill>
                  <a:srgbClr val="65758B"/>
                </a:solidFill>
                <a:latin typeface="Inter"/>
                <a:ea typeface="Inter"/>
                <a:cs typeface="Inter"/>
              </a:defRPr>
            </a:lvl2pPr>
            <a:lvl3pPr>
              <a:defRPr sz="2025" b="0">
                <a:solidFill>
                  <a:srgbClr val="65758B"/>
                </a:solidFill>
                <a:latin typeface="Inter"/>
                <a:ea typeface="Inter"/>
                <a:cs typeface="Inter"/>
              </a:defRPr>
            </a:lvl3pPr>
            <a:lvl4pPr>
              <a:defRPr sz="2025" b="0">
                <a:solidFill>
                  <a:srgbClr val="65758B"/>
                </a:solidFill>
                <a:latin typeface="Inter"/>
                <a:ea typeface="Inter"/>
                <a:cs typeface="Inter"/>
              </a:defRPr>
            </a:lvl4pPr>
            <a:lvl5pPr>
              <a:defRPr sz="2025" b="0">
                <a:solidFill>
                  <a:srgbClr val="65758B"/>
                </a:solidFill>
                <a:latin typeface="Inter"/>
                <a:ea typeface="Inter"/>
                <a:cs typeface="Inter"/>
              </a:defRPr>
            </a:lvl5pPr>
            <a:lvl6pPr>
              <a:defRPr sz="2025" b="0">
                <a:solidFill>
                  <a:srgbClr val="65758B"/>
                </a:solidFill>
                <a:latin typeface="Inter"/>
                <a:ea typeface="Inter"/>
                <a:cs typeface="Inter"/>
              </a:defRPr>
            </a:lvl6pPr>
            <a:lvl7pPr>
              <a:defRPr sz="2025" b="0">
                <a:solidFill>
                  <a:srgbClr val="65758B"/>
                </a:solidFill>
                <a:latin typeface="Inter"/>
                <a:ea typeface="Inter"/>
                <a:cs typeface="Inter"/>
              </a:defRPr>
            </a:lvl7pPr>
            <a:lvl8pPr>
              <a:defRPr sz="2025" b="0">
                <a:solidFill>
                  <a:srgbClr val="65758B"/>
                </a:solidFill>
                <a:latin typeface="Inter"/>
                <a:ea typeface="Inter"/>
                <a:cs typeface="Inter"/>
              </a:defRPr>
            </a:lvl8pPr>
            <a:lvl9pPr>
              <a:defRPr sz="2025" b="0">
                <a:solidFill>
                  <a:srgbClr val="65758B"/>
                </a:solidFill>
                <a:latin typeface="Inter"/>
                <a:ea typeface="Inter"/>
                <a:cs typeface="Inter"/>
              </a:defRPr>
            </a:lvl9pPr>
          </a:lstStyle>
          <a:p xmlns:a="http://schemas.openxmlformats.org/drawingml/2006/main">
            <a:pPr>
              <a:defRPr sz="2025" b="0">
                <a:solidFill>
                  <a:srgbClr val="65758B"/>
                </a:solidFill>
                <a:latin typeface="Inter"/>
                <a:ea typeface="Inter"/>
                <a:cs typeface="Inter"/>
              </a:defRPr>
            </a:pPr>
            <a:r>
              <a:rPr sz="2025" b="0">
                <a:solidFill>
                  <a:srgbClr val="65758B"/>
                </a:solidFill>
                <a:latin typeface="Inter"/>
                <a:ea typeface="Inter"/>
                <a:cs typeface="Inter"/>
              </a:rPr>
              <a:t>All resource limits hold. Every server runs at least two services.</a:t>
            </a:r>
          </a:p>
        </p:txBody>
      </p:sp>
    </p:spTree>
    <p:extLst>
      <p:ext uri="{BB962C8B-B14F-4D97-AF65-F5344CB8AC3E}">
        <p14:creationId xmlns:p14="http://schemas.microsoft.com/office/powerpoint/2010/main" val="1102838381"/>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2799FC-C094-44B2-8AE9-2CB02B78EFA1}"/>
              </a:ext>
            </a:extLst>
          </p:cNvPr>
          <p:cNvSpPr>
            <a:spLocks xmlns:a="http://schemas.openxmlformats.org/drawingml/2006/main" noGrp="1"/>
          </p:cNvSpPr>
          <p:nvPr/>
        </p:nvSpPr>
        <p:spPr>
          <a:xfrm xmlns:a="http://schemas.openxmlformats.org/drawingml/2006/main">
            <a:off x="609600" y="428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73E"/>
                </a:solidFill>
                <a:latin typeface="Inter"/>
                <a:ea typeface="Inter"/>
                <a:cs typeface="Inter"/>
              </a:defRPr>
            </a:defPPr>
            <a:lvl1pPr>
              <a:defRPr sz="3300" b="1">
                <a:solidFill>
                  <a:srgbClr val="19273E"/>
                </a:solidFill>
                <a:latin typeface="Inter"/>
                <a:ea typeface="Inter"/>
                <a:cs typeface="Inter"/>
              </a:defRPr>
            </a:lvl1pPr>
            <a:lvl2pPr>
              <a:defRPr sz="3300" b="1">
                <a:solidFill>
                  <a:srgbClr val="19273E"/>
                </a:solidFill>
                <a:latin typeface="Inter"/>
                <a:ea typeface="Inter"/>
                <a:cs typeface="Inter"/>
              </a:defRPr>
            </a:lvl2pPr>
            <a:lvl3pPr>
              <a:defRPr sz="3300" b="1">
                <a:solidFill>
                  <a:srgbClr val="19273E"/>
                </a:solidFill>
                <a:latin typeface="Inter"/>
                <a:ea typeface="Inter"/>
                <a:cs typeface="Inter"/>
              </a:defRPr>
            </a:lvl3pPr>
            <a:lvl4pPr>
              <a:defRPr sz="3300" b="1">
                <a:solidFill>
                  <a:srgbClr val="19273E"/>
                </a:solidFill>
                <a:latin typeface="Inter"/>
                <a:ea typeface="Inter"/>
                <a:cs typeface="Inter"/>
              </a:defRPr>
            </a:lvl4pPr>
            <a:lvl5pPr>
              <a:defRPr sz="3300" b="1">
                <a:solidFill>
                  <a:srgbClr val="19273E"/>
                </a:solidFill>
                <a:latin typeface="Inter"/>
                <a:ea typeface="Inter"/>
                <a:cs typeface="Inter"/>
              </a:defRPr>
            </a:lvl5pPr>
            <a:lvl6pPr>
              <a:defRPr sz="3300" b="1">
                <a:solidFill>
                  <a:srgbClr val="19273E"/>
                </a:solidFill>
                <a:latin typeface="Inter"/>
                <a:ea typeface="Inter"/>
                <a:cs typeface="Inter"/>
              </a:defRPr>
            </a:lvl6pPr>
            <a:lvl7pPr>
              <a:defRPr sz="3300" b="1">
                <a:solidFill>
                  <a:srgbClr val="19273E"/>
                </a:solidFill>
                <a:latin typeface="Inter"/>
                <a:ea typeface="Inter"/>
                <a:cs typeface="Inter"/>
              </a:defRPr>
            </a:lvl7pPr>
            <a:lvl8pPr>
              <a:defRPr sz="3300" b="1">
                <a:solidFill>
                  <a:srgbClr val="19273E"/>
                </a:solidFill>
                <a:latin typeface="Inter"/>
                <a:ea typeface="Inter"/>
                <a:cs typeface="Inter"/>
              </a:defRPr>
            </a:lvl8pPr>
            <a:lvl9pPr>
              <a:defRPr sz="3300" b="1">
                <a:solidFill>
                  <a:srgbClr val="19273E"/>
                </a:solidFill>
                <a:latin typeface="Inter"/>
                <a:ea typeface="Inter"/>
                <a:cs typeface="Inter"/>
              </a:defRPr>
            </a:lvl9pPr>
          </a:lstStyle>
          <a:p xmlns:a="http://schemas.openxmlformats.org/drawingml/2006/main">
            <a:pPr>
              <a:defRPr sz="3300" b="1">
                <a:solidFill>
                  <a:srgbClr val="19273E"/>
                </a:solidFill>
                <a:latin typeface="Inter"/>
                <a:ea typeface="Inter"/>
                <a:cs typeface="Inter"/>
              </a:defRPr>
            </a:pPr>
            <a:r>
              <a:rPr sz="3300" b="1">
                <a:solidFill>
                  <a:srgbClr val="19273E"/>
                </a:solidFill>
                <a:latin typeface="Inter"/>
                <a:ea typeface="Inter"/>
                <a:cs typeface="Inter"/>
              </a:rPr>
              <a:t>The Java dashboard</a:t>
            </a:r>
          </a:p>
        </p:txBody>
      </p:sp>
      <p:sp>
        <p:nvSpPr>
          <p:cNvPr id="2" name="">
            <a:extLst xmlns:a="http://schemas.openxmlformats.org/drawingml/2006/main">
              <a:ext uri="{FF2B5EF4-FFF2-40B4-BE49-F238E27FC236}">
                <a16:creationId xmlns:a16="http://schemas.microsoft.com/office/drawing/2014/main" id="{ED8FA39D-E393-43CA-B98E-511E6CDD5A93}"/>
              </a:ext>
            </a:extLst>
          </p:cNvPr>
          <p:cNvSpPr>
            <a:spLocks xmlns:a="http://schemas.openxmlformats.org/drawingml/2006/main" noGrp="1"/>
          </p:cNvSpPr>
          <p:nvPr/>
        </p:nvSpPr>
        <p:spPr>
          <a:xfrm xmlns:a="http://schemas.openxmlformats.org/drawingml/2006/main">
            <a:off x="11144250"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8B"/>
                </a:solidFill>
                <a:latin typeface="Inter"/>
                <a:ea typeface="Inter"/>
                <a:cs typeface="Inter"/>
              </a:defRPr>
            </a:defPPr>
            <a:lvl1pPr>
              <a:defRPr sz="1200" b="0">
                <a:solidFill>
                  <a:srgbClr val="65758B"/>
                </a:solidFill>
                <a:latin typeface="Inter"/>
                <a:ea typeface="Inter"/>
                <a:cs typeface="Inter"/>
              </a:defRPr>
            </a:lvl1pPr>
            <a:lvl2pPr>
              <a:defRPr sz="1200" b="0">
                <a:solidFill>
                  <a:srgbClr val="65758B"/>
                </a:solidFill>
                <a:latin typeface="Inter"/>
                <a:ea typeface="Inter"/>
                <a:cs typeface="Inter"/>
              </a:defRPr>
            </a:lvl2pPr>
            <a:lvl3pPr>
              <a:defRPr sz="1200" b="0">
                <a:solidFill>
                  <a:srgbClr val="65758B"/>
                </a:solidFill>
                <a:latin typeface="Inter"/>
                <a:ea typeface="Inter"/>
                <a:cs typeface="Inter"/>
              </a:defRPr>
            </a:lvl3pPr>
            <a:lvl4pPr>
              <a:defRPr sz="1200" b="0">
                <a:solidFill>
                  <a:srgbClr val="65758B"/>
                </a:solidFill>
                <a:latin typeface="Inter"/>
                <a:ea typeface="Inter"/>
                <a:cs typeface="Inter"/>
              </a:defRPr>
            </a:lvl4pPr>
            <a:lvl5pPr>
              <a:defRPr sz="1200" b="0">
                <a:solidFill>
                  <a:srgbClr val="65758B"/>
                </a:solidFill>
                <a:latin typeface="Inter"/>
                <a:ea typeface="Inter"/>
                <a:cs typeface="Inter"/>
              </a:defRPr>
            </a:lvl5pPr>
            <a:lvl6pPr>
              <a:defRPr sz="1200" b="0">
                <a:solidFill>
                  <a:srgbClr val="65758B"/>
                </a:solidFill>
                <a:latin typeface="Inter"/>
                <a:ea typeface="Inter"/>
                <a:cs typeface="Inter"/>
              </a:defRPr>
            </a:lvl6pPr>
            <a:lvl7pPr>
              <a:defRPr sz="1200" b="0">
                <a:solidFill>
                  <a:srgbClr val="65758B"/>
                </a:solidFill>
                <a:latin typeface="Inter"/>
                <a:ea typeface="Inter"/>
                <a:cs typeface="Inter"/>
              </a:defRPr>
            </a:lvl7pPr>
            <a:lvl8pPr>
              <a:defRPr sz="1200" b="0">
                <a:solidFill>
                  <a:srgbClr val="65758B"/>
                </a:solidFill>
                <a:latin typeface="Inter"/>
                <a:ea typeface="Inter"/>
                <a:cs typeface="Inter"/>
              </a:defRPr>
            </a:lvl8pPr>
            <a:lvl9pPr>
              <a:defRPr sz="1200" b="0">
                <a:solidFill>
                  <a:srgbClr val="65758B"/>
                </a:solidFill>
                <a:latin typeface="Inter"/>
                <a:ea typeface="Inter"/>
                <a:cs typeface="Inter"/>
              </a:defRPr>
            </a:lvl9pPr>
          </a:lstStyle>
          <a:p xmlns:a="http://schemas.openxmlformats.org/drawingml/2006/main">
            <a:pPr>
              <a:defRPr sz="1200" b="0">
                <a:solidFill>
                  <a:srgbClr val="65758B"/>
                </a:solidFill>
                <a:latin typeface="Inter"/>
                <a:ea typeface="Inter"/>
                <a:cs typeface="Inter"/>
              </a:defRPr>
            </a:pPr>
            <a:r>
              <a:rPr sz="1200" b="0">
                <a:solidFill>
                  <a:srgbClr val="65758B"/>
                </a:solidFill>
                <a:latin typeface="Inter"/>
                <a:ea typeface="Inter"/>
                <a:cs typeface="Inter"/>
              </a:rPr>
              <a:t>07</a:t>
            </a:r>
          </a:p>
        </p:txBody>
      </p:sp>
      <p:pic>
        <p:nvPicPr>
          <p:cNvPr id="3" name="">
            <a:extLst xmlns:a="http://schemas.openxmlformats.org/drawingml/2006/main">
              <a:ext uri="{FF2B5EF4-FFF2-40B4-BE49-F238E27FC236}">
                <a16:creationId xmlns:a16="http://schemas.microsoft.com/office/drawing/2014/main" id="{9452CF7F-D4F7-4828-9544-A8DFFBBA1CF6}"/>
              </a:ext>
            </a:extLst>
          </p:cNvPr>
          <p:cNvPicPr>
            <a:picLocks xmlns:a="http://schemas.openxmlformats.org/drawingml/2006/main" noChangeAspect="1"/>
          </p:cNvPicPr>
          <p:nvPr/>
        </p:nvPicPr>
        <p:blipFill>
          <a:blip xmlns:r="http://schemas.openxmlformats.org/officeDocument/2006/relationships" xmlns:a="http://schemas.openxmlformats.org/drawingml/2006/main" r:embed="R56830eef604b43a0"/>
          <a:stretch xmlns:a="http://schemas.openxmlformats.org/drawingml/2006/main"/>
        </p:blipFill>
        <p:spPr>
          <a:xfrm xmlns:a="http://schemas.openxmlformats.org/drawingml/2006/main">
            <a:off x="453118" y="1200150"/>
            <a:ext cx="7380514" cy="5381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9665491-BCD5-4395-8902-848DB3CB4636}"/>
              </a:ext>
            </a:extLst>
          </p:cNvPr>
          <p:cNvSpPr>
            <a:spLocks xmlns:a="http://schemas.openxmlformats.org/drawingml/2006/main" noGrp="1"/>
          </p:cNvSpPr>
          <p:nvPr/>
        </p:nvSpPr>
        <p:spPr>
          <a:xfrm xmlns:a="http://schemas.openxmlformats.org/drawingml/2006/main">
            <a:off x="8248650" y="165735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3866E8"/>
                </a:solidFill>
                <a:latin typeface="Inter"/>
                <a:ea typeface="Inter"/>
                <a:cs typeface="Inter"/>
              </a:defRPr>
            </a:defPPr>
            <a:lvl1pPr>
              <a:defRPr sz="3225" b="1">
                <a:solidFill>
                  <a:srgbClr val="3866E8"/>
                </a:solidFill>
                <a:latin typeface="Inter"/>
                <a:ea typeface="Inter"/>
                <a:cs typeface="Inter"/>
              </a:defRPr>
            </a:lvl1pPr>
            <a:lvl2pPr>
              <a:defRPr sz="3225" b="1">
                <a:solidFill>
                  <a:srgbClr val="3866E8"/>
                </a:solidFill>
                <a:latin typeface="Inter"/>
                <a:ea typeface="Inter"/>
                <a:cs typeface="Inter"/>
              </a:defRPr>
            </a:lvl2pPr>
            <a:lvl3pPr>
              <a:defRPr sz="3225" b="1">
                <a:solidFill>
                  <a:srgbClr val="3866E8"/>
                </a:solidFill>
                <a:latin typeface="Inter"/>
                <a:ea typeface="Inter"/>
                <a:cs typeface="Inter"/>
              </a:defRPr>
            </a:lvl3pPr>
            <a:lvl4pPr>
              <a:defRPr sz="3225" b="1">
                <a:solidFill>
                  <a:srgbClr val="3866E8"/>
                </a:solidFill>
                <a:latin typeface="Inter"/>
                <a:ea typeface="Inter"/>
                <a:cs typeface="Inter"/>
              </a:defRPr>
            </a:lvl4pPr>
            <a:lvl5pPr>
              <a:defRPr sz="3225" b="1">
                <a:solidFill>
                  <a:srgbClr val="3866E8"/>
                </a:solidFill>
                <a:latin typeface="Inter"/>
                <a:ea typeface="Inter"/>
                <a:cs typeface="Inter"/>
              </a:defRPr>
            </a:lvl5pPr>
            <a:lvl6pPr>
              <a:defRPr sz="3225" b="1">
                <a:solidFill>
                  <a:srgbClr val="3866E8"/>
                </a:solidFill>
                <a:latin typeface="Inter"/>
                <a:ea typeface="Inter"/>
                <a:cs typeface="Inter"/>
              </a:defRPr>
            </a:lvl6pPr>
            <a:lvl7pPr>
              <a:defRPr sz="3225" b="1">
                <a:solidFill>
                  <a:srgbClr val="3866E8"/>
                </a:solidFill>
                <a:latin typeface="Inter"/>
                <a:ea typeface="Inter"/>
                <a:cs typeface="Inter"/>
              </a:defRPr>
            </a:lvl7pPr>
            <a:lvl8pPr>
              <a:defRPr sz="3225" b="1">
                <a:solidFill>
                  <a:srgbClr val="3866E8"/>
                </a:solidFill>
                <a:latin typeface="Inter"/>
                <a:ea typeface="Inter"/>
                <a:cs typeface="Inter"/>
              </a:defRPr>
            </a:lvl8pPr>
            <a:lvl9pPr>
              <a:defRPr sz="3225" b="1">
                <a:solidFill>
                  <a:srgbClr val="3866E8"/>
                </a:solidFill>
                <a:latin typeface="Inter"/>
                <a:ea typeface="Inter"/>
                <a:cs typeface="Inter"/>
              </a:defRPr>
            </a:lvl9pPr>
          </a:lstStyle>
          <a:p xmlns:a="http://schemas.openxmlformats.org/drawingml/2006/main">
            <a:pPr>
              <a:defRPr sz="3225" b="1">
                <a:solidFill>
                  <a:srgbClr val="3866E8"/>
                </a:solidFill>
                <a:latin typeface="Inter"/>
                <a:ea typeface="Inter"/>
                <a:cs typeface="Inter"/>
              </a:defRPr>
            </a:pPr>
            <a:r>
              <a:rPr sz="3225" b="1">
                <a:solidFill>
                  <a:srgbClr val="3866E8"/>
                </a:solidFill>
                <a:latin typeface="Inter"/>
                <a:ea typeface="Inter"/>
                <a:cs typeface="Inter"/>
              </a:rPr>
              <a:t>27.75 ms</a:t>
            </a:r>
          </a:p>
        </p:txBody>
      </p:sp>
      <p:sp>
        <p:nvSpPr>
          <p:cNvPr id="5" name="">
            <a:extLst xmlns:a="http://schemas.openxmlformats.org/drawingml/2006/main">
              <a:ext uri="{FF2B5EF4-FFF2-40B4-BE49-F238E27FC236}">
                <a16:creationId xmlns:a16="http://schemas.microsoft.com/office/drawing/2014/main" id="{EAB6374B-A58D-4D5B-B1C9-6AEEA2EAAC2E}"/>
              </a:ext>
            </a:extLst>
          </p:cNvPr>
          <p:cNvSpPr>
            <a:spLocks xmlns:a="http://schemas.openxmlformats.org/drawingml/2006/main" noGrp="1"/>
          </p:cNvSpPr>
          <p:nvPr/>
        </p:nvSpPr>
        <p:spPr>
          <a:xfrm xmlns:a="http://schemas.openxmlformats.org/drawingml/2006/main">
            <a:off x="8248650" y="23812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273E"/>
                </a:solidFill>
                <a:latin typeface="Inter"/>
                <a:ea typeface="Inter"/>
                <a:cs typeface="Inter"/>
              </a:defRPr>
            </a:defPPr>
            <a:lvl1pPr>
              <a:defRPr sz="1950" b="0">
                <a:solidFill>
                  <a:srgbClr val="19273E"/>
                </a:solidFill>
                <a:latin typeface="Inter"/>
                <a:ea typeface="Inter"/>
                <a:cs typeface="Inter"/>
              </a:defRPr>
            </a:lvl1pPr>
            <a:lvl2pPr>
              <a:defRPr sz="1950" b="0">
                <a:solidFill>
                  <a:srgbClr val="19273E"/>
                </a:solidFill>
                <a:latin typeface="Inter"/>
                <a:ea typeface="Inter"/>
                <a:cs typeface="Inter"/>
              </a:defRPr>
            </a:lvl2pPr>
            <a:lvl3pPr>
              <a:defRPr sz="1950" b="0">
                <a:solidFill>
                  <a:srgbClr val="19273E"/>
                </a:solidFill>
                <a:latin typeface="Inter"/>
                <a:ea typeface="Inter"/>
                <a:cs typeface="Inter"/>
              </a:defRPr>
            </a:lvl3pPr>
            <a:lvl4pPr>
              <a:defRPr sz="1950" b="0">
                <a:solidFill>
                  <a:srgbClr val="19273E"/>
                </a:solidFill>
                <a:latin typeface="Inter"/>
                <a:ea typeface="Inter"/>
                <a:cs typeface="Inter"/>
              </a:defRPr>
            </a:lvl4pPr>
            <a:lvl5pPr>
              <a:defRPr sz="1950" b="0">
                <a:solidFill>
                  <a:srgbClr val="19273E"/>
                </a:solidFill>
                <a:latin typeface="Inter"/>
                <a:ea typeface="Inter"/>
                <a:cs typeface="Inter"/>
              </a:defRPr>
            </a:lvl5pPr>
            <a:lvl6pPr>
              <a:defRPr sz="1950" b="0">
                <a:solidFill>
                  <a:srgbClr val="19273E"/>
                </a:solidFill>
                <a:latin typeface="Inter"/>
                <a:ea typeface="Inter"/>
                <a:cs typeface="Inter"/>
              </a:defRPr>
            </a:lvl6pPr>
            <a:lvl7pPr>
              <a:defRPr sz="1950" b="0">
                <a:solidFill>
                  <a:srgbClr val="19273E"/>
                </a:solidFill>
                <a:latin typeface="Inter"/>
                <a:ea typeface="Inter"/>
                <a:cs typeface="Inter"/>
              </a:defRPr>
            </a:lvl7pPr>
            <a:lvl8pPr>
              <a:defRPr sz="1950" b="0">
                <a:solidFill>
                  <a:srgbClr val="19273E"/>
                </a:solidFill>
                <a:latin typeface="Inter"/>
                <a:ea typeface="Inter"/>
                <a:cs typeface="Inter"/>
              </a:defRPr>
            </a:lvl8pPr>
            <a:lvl9pPr>
              <a:defRPr sz="1950" b="0">
                <a:solidFill>
                  <a:srgbClr val="19273E"/>
                </a:solidFill>
                <a:latin typeface="Inter"/>
                <a:ea typeface="Inter"/>
                <a:cs typeface="Inter"/>
              </a:defRPr>
            </a:lvl9pPr>
          </a:lstStyle>
          <a:p xmlns:a="http://schemas.openxmlformats.org/drawingml/2006/main">
            <a:pPr>
              <a:defRPr sz="1950" b="0">
                <a:solidFill>
                  <a:srgbClr val="19273E"/>
                </a:solidFill>
                <a:latin typeface="Inter"/>
                <a:ea typeface="Inter"/>
                <a:cs typeface="Inter"/>
              </a:defRPr>
            </a:pPr>
            <a:r>
              <a:rPr sz="1950" b="0">
                <a:solidFill>
                  <a:srgbClr val="19273E"/>
                </a:solidFill>
                <a:latin typeface="Inter"/>
                <a:ea typeface="Inter"/>
                <a:cs typeface="Inter"/>
              </a:rPr>
              <a:t>Best found by evaluation 114</a:t>
            </a:r>
          </a:p>
        </p:txBody>
      </p:sp>
      <p:sp>
        <p:nvSpPr>
          <p:cNvPr id="6" name="">
            <a:extLst xmlns:a="http://schemas.openxmlformats.org/drawingml/2006/main">
              <a:ext uri="{FF2B5EF4-FFF2-40B4-BE49-F238E27FC236}">
                <a16:creationId xmlns:a16="http://schemas.microsoft.com/office/drawing/2014/main" id="{60F983DF-5E14-4BBC-B396-02778C725287}"/>
              </a:ext>
            </a:extLst>
          </p:cNvPr>
          <p:cNvSpPr>
            <a:spLocks xmlns:a="http://schemas.openxmlformats.org/drawingml/2006/main" noGrp="1"/>
          </p:cNvSpPr>
          <p:nvPr/>
        </p:nvSpPr>
        <p:spPr>
          <a:xfrm xmlns:a="http://schemas.openxmlformats.org/drawingml/2006/main">
            <a:off x="8248650" y="353377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273E"/>
                </a:solidFill>
                <a:latin typeface="Inter"/>
                <a:ea typeface="Inter"/>
                <a:cs typeface="Inter"/>
              </a:defRPr>
            </a:defPPr>
            <a:lvl1pPr>
              <a:defRPr sz="2025" b="0">
                <a:solidFill>
                  <a:srgbClr val="19273E"/>
                </a:solidFill>
                <a:latin typeface="Inter"/>
                <a:ea typeface="Inter"/>
                <a:cs typeface="Inter"/>
              </a:defRPr>
            </a:lvl1pPr>
            <a:lvl2pPr>
              <a:defRPr sz="2025" b="0">
                <a:solidFill>
                  <a:srgbClr val="19273E"/>
                </a:solidFill>
                <a:latin typeface="Inter"/>
                <a:ea typeface="Inter"/>
                <a:cs typeface="Inter"/>
              </a:defRPr>
            </a:lvl2pPr>
            <a:lvl3pPr>
              <a:defRPr sz="2025" b="0">
                <a:solidFill>
                  <a:srgbClr val="19273E"/>
                </a:solidFill>
                <a:latin typeface="Inter"/>
                <a:ea typeface="Inter"/>
                <a:cs typeface="Inter"/>
              </a:defRPr>
            </a:lvl3pPr>
            <a:lvl4pPr>
              <a:defRPr sz="2025" b="0">
                <a:solidFill>
                  <a:srgbClr val="19273E"/>
                </a:solidFill>
                <a:latin typeface="Inter"/>
                <a:ea typeface="Inter"/>
                <a:cs typeface="Inter"/>
              </a:defRPr>
            </a:lvl4pPr>
            <a:lvl5pPr>
              <a:defRPr sz="2025" b="0">
                <a:solidFill>
                  <a:srgbClr val="19273E"/>
                </a:solidFill>
                <a:latin typeface="Inter"/>
                <a:ea typeface="Inter"/>
                <a:cs typeface="Inter"/>
              </a:defRPr>
            </a:lvl5pPr>
            <a:lvl6pPr>
              <a:defRPr sz="2025" b="0">
                <a:solidFill>
                  <a:srgbClr val="19273E"/>
                </a:solidFill>
                <a:latin typeface="Inter"/>
                <a:ea typeface="Inter"/>
                <a:cs typeface="Inter"/>
              </a:defRPr>
            </a:lvl6pPr>
            <a:lvl7pPr>
              <a:defRPr sz="2025" b="0">
                <a:solidFill>
                  <a:srgbClr val="19273E"/>
                </a:solidFill>
                <a:latin typeface="Inter"/>
                <a:ea typeface="Inter"/>
                <a:cs typeface="Inter"/>
              </a:defRPr>
            </a:lvl7pPr>
            <a:lvl8pPr>
              <a:defRPr sz="2025" b="0">
                <a:solidFill>
                  <a:srgbClr val="19273E"/>
                </a:solidFill>
                <a:latin typeface="Inter"/>
                <a:ea typeface="Inter"/>
                <a:cs typeface="Inter"/>
              </a:defRPr>
            </a:lvl8pPr>
            <a:lvl9pPr>
              <a:defRPr sz="2025" b="0">
                <a:solidFill>
                  <a:srgbClr val="19273E"/>
                </a:solidFill>
                <a:latin typeface="Inter"/>
                <a:ea typeface="Inter"/>
                <a:cs typeface="Inter"/>
              </a:defRPr>
            </a:lvl9pPr>
          </a:lstStyle>
          <a:p xmlns:a="http://schemas.openxmlformats.org/drawingml/2006/main">
            <a:pPr>
              <a:defRPr sz="2025" b="0">
                <a:solidFill>
                  <a:srgbClr val="19273E"/>
                </a:solidFill>
                <a:latin typeface="Inter"/>
                <a:ea typeface="Inter"/>
                <a:cs typeface="Inter"/>
              </a:defRPr>
            </a:pPr>
            <a:r>
              <a:rPr sz="2025" b="0">
                <a:solidFill>
                  <a:srgbClr val="19273E"/>
                </a:solidFill>
                <a:latin typeface="Inter"/>
                <a:ea typeface="Inter"/>
                <a:cs typeface="Inter"/>
              </a:rPr>
              <a:t>40,000 evaluations</a:t>
            </a:r>
          </a:p>
          <a:p xmlns:a="http://schemas.openxmlformats.org/drawingml/2006/main">
            <a:pPr>
              <a:defRPr sz="2025" b="0">
                <a:solidFill>
                  <a:srgbClr val="19273E"/>
                </a:solidFill>
                <a:latin typeface="Inter"/>
                <a:ea typeface="Inter"/>
                <a:cs typeface="Inter"/>
              </a:defRPr>
            </a:pPr>
            <a:r>
              <a:rPr sz="2025" b="0">
                <a:solidFill>
                  <a:srgbClr val="19273E"/>
                </a:solidFill>
                <a:latin typeface="Inter"/>
                <a:ea typeface="Inter"/>
                <a:cs typeface="Inter"/>
              </a:rPr>
              <a:t>28,696 distinct candidates</a:t>
            </a:r>
          </a:p>
        </p:txBody>
      </p:sp>
      <p:sp>
        <p:nvSpPr>
          <p:cNvPr id="7" name="">
            <a:extLst xmlns:a="http://schemas.openxmlformats.org/drawingml/2006/main">
              <a:ext uri="{FF2B5EF4-FFF2-40B4-BE49-F238E27FC236}">
                <a16:creationId xmlns:a16="http://schemas.microsoft.com/office/drawing/2014/main" id="{BC540A3B-9B5F-4869-A585-AF845262D5B9}"/>
              </a:ext>
            </a:extLst>
          </p:cNvPr>
          <p:cNvSpPr>
            <a:spLocks xmlns:a="http://schemas.openxmlformats.org/drawingml/2006/main" noGrp="1"/>
          </p:cNvSpPr>
          <p:nvPr/>
        </p:nvSpPr>
        <p:spPr>
          <a:xfrm xmlns:a="http://schemas.openxmlformats.org/drawingml/2006/main">
            <a:off x="8248650" y="481012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9986"/>
                </a:solidFill>
                <a:latin typeface="Inter"/>
                <a:ea typeface="Inter"/>
                <a:cs typeface="Inter"/>
              </a:defRPr>
            </a:defPPr>
            <a:lvl1pPr>
              <a:defRPr sz="2175" b="1">
                <a:solidFill>
                  <a:srgbClr val="009986"/>
                </a:solidFill>
                <a:latin typeface="Inter"/>
                <a:ea typeface="Inter"/>
                <a:cs typeface="Inter"/>
              </a:defRPr>
            </a:lvl1pPr>
            <a:lvl2pPr>
              <a:defRPr sz="2175" b="1">
                <a:solidFill>
                  <a:srgbClr val="009986"/>
                </a:solidFill>
                <a:latin typeface="Inter"/>
                <a:ea typeface="Inter"/>
                <a:cs typeface="Inter"/>
              </a:defRPr>
            </a:lvl2pPr>
            <a:lvl3pPr>
              <a:defRPr sz="2175" b="1">
                <a:solidFill>
                  <a:srgbClr val="009986"/>
                </a:solidFill>
                <a:latin typeface="Inter"/>
                <a:ea typeface="Inter"/>
                <a:cs typeface="Inter"/>
              </a:defRPr>
            </a:lvl3pPr>
            <a:lvl4pPr>
              <a:defRPr sz="2175" b="1">
                <a:solidFill>
                  <a:srgbClr val="009986"/>
                </a:solidFill>
                <a:latin typeface="Inter"/>
                <a:ea typeface="Inter"/>
                <a:cs typeface="Inter"/>
              </a:defRPr>
            </a:lvl4pPr>
            <a:lvl5pPr>
              <a:defRPr sz="2175" b="1">
                <a:solidFill>
                  <a:srgbClr val="009986"/>
                </a:solidFill>
                <a:latin typeface="Inter"/>
                <a:ea typeface="Inter"/>
                <a:cs typeface="Inter"/>
              </a:defRPr>
            </a:lvl5pPr>
            <a:lvl6pPr>
              <a:defRPr sz="2175" b="1">
                <a:solidFill>
                  <a:srgbClr val="009986"/>
                </a:solidFill>
                <a:latin typeface="Inter"/>
                <a:ea typeface="Inter"/>
                <a:cs typeface="Inter"/>
              </a:defRPr>
            </a:lvl6pPr>
            <a:lvl7pPr>
              <a:defRPr sz="2175" b="1">
                <a:solidFill>
                  <a:srgbClr val="009986"/>
                </a:solidFill>
                <a:latin typeface="Inter"/>
                <a:ea typeface="Inter"/>
                <a:cs typeface="Inter"/>
              </a:defRPr>
            </a:lvl7pPr>
            <a:lvl8pPr>
              <a:defRPr sz="2175" b="1">
                <a:solidFill>
                  <a:srgbClr val="009986"/>
                </a:solidFill>
                <a:latin typeface="Inter"/>
                <a:ea typeface="Inter"/>
                <a:cs typeface="Inter"/>
              </a:defRPr>
            </a:lvl8pPr>
            <a:lvl9pPr>
              <a:defRPr sz="2175" b="1">
                <a:solidFill>
                  <a:srgbClr val="009986"/>
                </a:solidFill>
                <a:latin typeface="Inter"/>
                <a:ea typeface="Inter"/>
                <a:cs typeface="Inter"/>
              </a:defRPr>
            </a:lvl9pPr>
          </a:lstStyle>
          <a:p xmlns:a="http://schemas.openxmlformats.org/drawingml/2006/main">
            <a:pPr>
              <a:defRPr sz="2175" b="1">
                <a:solidFill>
                  <a:srgbClr val="009986"/>
                </a:solidFill>
                <a:latin typeface="Inter"/>
                <a:ea typeface="Inter"/>
                <a:cs typeface="Inter"/>
              </a:defRPr>
            </a:pPr>
            <a:r>
              <a:rPr sz="2175" b="1">
                <a:solidFill>
                  <a:srgbClr val="009986"/>
                </a:solidFill>
                <a:latin typeface="Inter"/>
                <a:ea typeface="Inter"/>
                <a:cs typeface="Inter"/>
              </a:rPr>
              <a:t>0.171% of the raw space visited</a:t>
            </a:r>
          </a:p>
        </p:txBody>
      </p:sp>
    </p:spTree>
    <p:extLst>
      <p:ext uri="{BB962C8B-B14F-4D97-AF65-F5344CB8AC3E}">
        <p14:creationId xmlns:p14="http://schemas.microsoft.com/office/powerpoint/2010/main" val="709105713"/>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8B3EE1-5CD2-4294-8427-816F31E6569D}"/>
              </a:ext>
            </a:extLst>
          </p:cNvPr>
          <p:cNvSpPr>
            <a:spLocks xmlns:a="http://schemas.openxmlformats.org/drawingml/2006/main" noGrp="1"/>
          </p:cNvSpPr>
          <p:nvPr/>
        </p:nvSpPr>
        <p:spPr>
          <a:xfrm xmlns:a="http://schemas.openxmlformats.org/drawingml/2006/main">
            <a:off x="609600" y="428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73E"/>
                </a:solidFill>
                <a:latin typeface="Inter"/>
                <a:ea typeface="Inter"/>
                <a:cs typeface="Inter"/>
              </a:defRPr>
            </a:defPPr>
            <a:lvl1pPr>
              <a:defRPr sz="3300" b="1">
                <a:solidFill>
                  <a:srgbClr val="19273E"/>
                </a:solidFill>
                <a:latin typeface="Inter"/>
                <a:ea typeface="Inter"/>
                <a:cs typeface="Inter"/>
              </a:defRPr>
            </a:lvl1pPr>
            <a:lvl2pPr>
              <a:defRPr sz="3300" b="1">
                <a:solidFill>
                  <a:srgbClr val="19273E"/>
                </a:solidFill>
                <a:latin typeface="Inter"/>
                <a:ea typeface="Inter"/>
                <a:cs typeface="Inter"/>
              </a:defRPr>
            </a:lvl2pPr>
            <a:lvl3pPr>
              <a:defRPr sz="3300" b="1">
                <a:solidFill>
                  <a:srgbClr val="19273E"/>
                </a:solidFill>
                <a:latin typeface="Inter"/>
                <a:ea typeface="Inter"/>
                <a:cs typeface="Inter"/>
              </a:defRPr>
            </a:lvl3pPr>
            <a:lvl4pPr>
              <a:defRPr sz="3300" b="1">
                <a:solidFill>
                  <a:srgbClr val="19273E"/>
                </a:solidFill>
                <a:latin typeface="Inter"/>
                <a:ea typeface="Inter"/>
                <a:cs typeface="Inter"/>
              </a:defRPr>
            </a:lvl4pPr>
            <a:lvl5pPr>
              <a:defRPr sz="3300" b="1">
                <a:solidFill>
                  <a:srgbClr val="19273E"/>
                </a:solidFill>
                <a:latin typeface="Inter"/>
                <a:ea typeface="Inter"/>
                <a:cs typeface="Inter"/>
              </a:defRPr>
            </a:lvl5pPr>
            <a:lvl6pPr>
              <a:defRPr sz="3300" b="1">
                <a:solidFill>
                  <a:srgbClr val="19273E"/>
                </a:solidFill>
                <a:latin typeface="Inter"/>
                <a:ea typeface="Inter"/>
                <a:cs typeface="Inter"/>
              </a:defRPr>
            </a:lvl6pPr>
            <a:lvl7pPr>
              <a:defRPr sz="3300" b="1">
                <a:solidFill>
                  <a:srgbClr val="19273E"/>
                </a:solidFill>
                <a:latin typeface="Inter"/>
                <a:ea typeface="Inter"/>
                <a:cs typeface="Inter"/>
              </a:defRPr>
            </a:lvl7pPr>
            <a:lvl8pPr>
              <a:defRPr sz="3300" b="1">
                <a:solidFill>
                  <a:srgbClr val="19273E"/>
                </a:solidFill>
                <a:latin typeface="Inter"/>
                <a:ea typeface="Inter"/>
                <a:cs typeface="Inter"/>
              </a:defRPr>
            </a:lvl8pPr>
            <a:lvl9pPr>
              <a:defRPr sz="3300" b="1">
                <a:solidFill>
                  <a:srgbClr val="19273E"/>
                </a:solidFill>
                <a:latin typeface="Inter"/>
                <a:ea typeface="Inter"/>
                <a:cs typeface="Inter"/>
              </a:defRPr>
            </a:lvl9pPr>
          </a:lstStyle>
          <a:p xmlns:a="http://schemas.openxmlformats.org/drawingml/2006/main">
            <a:pPr>
              <a:defRPr sz="3300" b="1">
                <a:solidFill>
                  <a:srgbClr val="19273E"/>
                </a:solidFill>
                <a:latin typeface="Inter"/>
                <a:ea typeface="Inter"/>
                <a:cs typeface="Inter"/>
              </a:defRPr>
            </a:pPr>
            <a:r>
              <a:rPr sz="3300" b="1">
                <a:solidFill>
                  <a:srgbClr val="19273E"/>
                </a:solidFill>
                <a:latin typeface="Inter"/>
                <a:ea typeface="Inter"/>
                <a:cs typeface="Inter"/>
              </a:rPr>
              <a:t>Repeated runs give better evidence</a:t>
            </a:r>
          </a:p>
        </p:txBody>
      </p:sp>
      <p:sp>
        <p:nvSpPr>
          <p:cNvPr id="2" name="">
            <a:extLst xmlns:a="http://schemas.openxmlformats.org/drawingml/2006/main">
              <a:ext uri="{FF2B5EF4-FFF2-40B4-BE49-F238E27FC236}">
                <a16:creationId xmlns:a16="http://schemas.microsoft.com/office/drawing/2014/main" id="{27EA23B7-1E7F-46A7-9AA9-C83D1E444ADA}"/>
              </a:ext>
            </a:extLst>
          </p:cNvPr>
          <p:cNvSpPr>
            <a:spLocks xmlns:a="http://schemas.openxmlformats.org/drawingml/2006/main" noGrp="1"/>
          </p:cNvSpPr>
          <p:nvPr/>
        </p:nvSpPr>
        <p:spPr>
          <a:xfrm xmlns:a="http://schemas.openxmlformats.org/drawingml/2006/main">
            <a:off x="11144250"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8B"/>
                </a:solidFill>
                <a:latin typeface="Inter"/>
                <a:ea typeface="Inter"/>
                <a:cs typeface="Inter"/>
              </a:defRPr>
            </a:defPPr>
            <a:lvl1pPr>
              <a:defRPr sz="1200" b="0">
                <a:solidFill>
                  <a:srgbClr val="65758B"/>
                </a:solidFill>
                <a:latin typeface="Inter"/>
                <a:ea typeface="Inter"/>
                <a:cs typeface="Inter"/>
              </a:defRPr>
            </a:lvl1pPr>
            <a:lvl2pPr>
              <a:defRPr sz="1200" b="0">
                <a:solidFill>
                  <a:srgbClr val="65758B"/>
                </a:solidFill>
                <a:latin typeface="Inter"/>
                <a:ea typeface="Inter"/>
                <a:cs typeface="Inter"/>
              </a:defRPr>
            </a:lvl2pPr>
            <a:lvl3pPr>
              <a:defRPr sz="1200" b="0">
                <a:solidFill>
                  <a:srgbClr val="65758B"/>
                </a:solidFill>
                <a:latin typeface="Inter"/>
                <a:ea typeface="Inter"/>
                <a:cs typeface="Inter"/>
              </a:defRPr>
            </a:lvl3pPr>
            <a:lvl4pPr>
              <a:defRPr sz="1200" b="0">
                <a:solidFill>
                  <a:srgbClr val="65758B"/>
                </a:solidFill>
                <a:latin typeface="Inter"/>
                <a:ea typeface="Inter"/>
                <a:cs typeface="Inter"/>
              </a:defRPr>
            </a:lvl4pPr>
            <a:lvl5pPr>
              <a:defRPr sz="1200" b="0">
                <a:solidFill>
                  <a:srgbClr val="65758B"/>
                </a:solidFill>
                <a:latin typeface="Inter"/>
                <a:ea typeface="Inter"/>
                <a:cs typeface="Inter"/>
              </a:defRPr>
            </a:lvl5pPr>
            <a:lvl6pPr>
              <a:defRPr sz="1200" b="0">
                <a:solidFill>
                  <a:srgbClr val="65758B"/>
                </a:solidFill>
                <a:latin typeface="Inter"/>
                <a:ea typeface="Inter"/>
                <a:cs typeface="Inter"/>
              </a:defRPr>
            </a:lvl6pPr>
            <a:lvl7pPr>
              <a:defRPr sz="1200" b="0">
                <a:solidFill>
                  <a:srgbClr val="65758B"/>
                </a:solidFill>
                <a:latin typeface="Inter"/>
                <a:ea typeface="Inter"/>
                <a:cs typeface="Inter"/>
              </a:defRPr>
            </a:lvl7pPr>
            <a:lvl8pPr>
              <a:defRPr sz="1200" b="0">
                <a:solidFill>
                  <a:srgbClr val="65758B"/>
                </a:solidFill>
                <a:latin typeface="Inter"/>
                <a:ea typeface="Inter"/>
                <a:cs typeface="Inter"/>
              </a:defRPr>
            </a:lvl8pPr>
            <a:lvl9pPr>
              <a:defRPr sz="1200" b="0">
                <a:solidFill>
                  <a:srgbClr val="65758B"/>
                </a:solidFill>
                <a:latin typeface="Inter"/>
                <a:ea typeface="Inter"/>
                <a:cs typeface="Inter"/>
              </a:defRPr>
            </a:lvl9pPr>
          </a:lstStyle>
          <a:p xmlns:a="http://schemas.openxmlformats.org/drawingml/2006/main">
            <a:pPr>
              <a:defRPr sz="1200" b="0">
                <a:solidFill>
                  <a:srgbClr val="65758B"/>
                </a:solidFill>
                <a:latin typeface="Inter"/>
                <a:ea typeface="Inter"/>
                <a:cs typeface="Inter"/>
              </a:defRPr>
            </a:pPr>
            <a:r>
              <a:rPr sz="1200" b="0">
                <a:solidFill>
                  <a:srgbClr val="65758B"/>
                </a:solidFill>
                <a:latin typeface="Inter"/>
                <a:ea typeface="Inter"/>
                <a:cs typeface="Inter"/>
              </a:rPr>
              <a:t>08</a:t>
            </a:r>
          </a:p>
        </p:txBody>
      </p:sp>
      <p:sp>
        <p:nvSpPr>
          <p:cNvPr id="3" name="">
            <a:extLst xmlns:a="http://schemas.openxmlformats.org/drawingml/2006/main">
              <a:ext uri="{FF2B5EF4-FFF2-40B4-BE49-F238E27FC236}">
                <a16:creationId xmlns:a16="http://schemas.microsoft.com/office/drawing/2014/main" id="{1939DA95-DB1A-43F0-89A1-1FDCE4E46961}"/>
              </a:ext>
            </a:extLst>
          </p:cNvPr>
          <p:cNvSpPr>
            <a:spLocks xmlns:a="http://schemas.openxmlformats.org/drawingml/2006/main" noGrp="1"/>
          </p:cNvSpPr>
          <p:nvPr/>
        </p:nvSpPr>
        <p:spPr>
          <a:xfrm xmlns:a="http://schemas.openxmlformats.org/drawingml/2006/main">
            <a:off x="609600" y="12668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5758B"/>
                </a:solidFill>
                <a:latin typeface="Inter"/>
                <a:ea typeface="Inter"/>
                <a:cs typeface="Inter"/>
              </a:defRPr>
            </a:defPPr>
            <a:lvl1pPr>
              <a:defRPr sz="2100" b="0">
                <a:solidFill>
                  <a:srgbClr val="65758B"/>
                </a:solidFill>
                <a:latin typeface="Inter"/>
                <a:ea typeface="Inter"/>
                <a:cs typeface="Inter"/>
              </a:defRPr>
            </a:lvl1pPr>
            <a:lvl2pPr>
              <a:defRPr sz="2100" b="0">
                <a:solidFill>
                  <a:srgbClr val="65758B"/>
                </a:solidFill>
                <a:latin typeface="Inter"/>
                <a:ea typeface="Inter"/>
                <a:cs typeface="Inter"/>
              </a:defRPr>
            </a:lvl2pPr>
            <a:lvl3pPr>
              <a:defRPr sz="2100" b="0">
                <a:solidFill>
                  <a:srgbClr val="65758B"/>
                </a:solidFill>
                <a:latin typeface="Inter"/>
                <a:ea typeface="Inter"/>
                <a:cs typeface="Inter"/>
              </a:defRPr>
            </a:lvl3pPr>
            <a:lvl4pPr>
              <a:defRPr sz="2100" b="0">
                <a:solidFill>
                  <a:srgbClr val="65758B"/>
                </a:solidFill>
                <a:latin typeface="Inter"/>
                <a:ea typeface="Inter"/>
                <a:cs typeface="Inter"/>
              </a:defRPr>
            </a:lvl4pPr>
            <a:lvl5pPr>
              <a:defRPr sz="2100" b="0">
                <a:solidFill>
                  <a:srgbClr val="65758B"/>
                </a:solidFill>
                <a:latin typeface="Inter"/>
                <a:ea typeface="Inter"/>
                <a:cs typeface="Inter"/>
              </a:defRPr>
            </a:lvl5pPr>
            <a:lvl6pPr>
              <a:defRPr sz="2100" b="0">
                <a:solidFill>
                  <a:srgbClr val="65758B"/>
                </a:solidFill>
                <a:latin typeface="Inter"/>
                <a:ea typeface="Inter"/>
                <a:cs typeface="Inter"/>
              </a:defRPr>
            </a:lvl6pPr>
            <a:lvl7pPr>
              <a:defRPr sz="2100" b="0">
                <a:solidFill>
                  <a:srgbClr val="65758B"/>
                </a:solidFill>
                <a:latin typeface="Inter"/>
                <a:ea typeface="Inter"/>
                <a:cs typeface="Inter"/>
              </a:defRPr>
            </a:lvl7pPr>
            <a:lvl8pPr>
              <a:defRPr sz="2100" b="0">
                <a:solidFill>
                  <a:srgbClr val="65758B"/>
                </a:solidFill>
                <a:latin typeface="Inter"/>
                <a:ea typeface="Inter"/>
                <a:cs typeface="Inter"/>
              </a:defRPr>
            </a:lvl8pPr>
            <a:lvl9pPr>
              <a:defRPr sz="2100" b="0">
                <a:solidFill>
                  <a:srgbClr val="65758B"/>
                </a:solidFill>
                <a:latin typeface="Inter"/>
                <a:ea typeface="Inter"/>
                <a:cs typeface="Inter"/>
              </a:defRPr>
            </a:lvl9pPr>
          </a:lstStyle>
          <a:p xmlns:a="http://schemas.openxmlformats.org/drawingml/2006/main">
            <a:pPr>
              <a:defRPr sz="2100" b="0">
                <a:solidFill>
                  <a:srgbClr val="65758B"/>
                </a:solidFill>
                <a:latin typeface="Inter"/>
                <a:ea typeface="Inter"/>
                <a:cs typeface="Inter"/>
              </a:defRPr>
            </a:pPr>
            <a:r>
              <a:rPr sz="2100" b="0">
                <a:solidFill>
                  <a:srgbClr val="65758B"/>
                </a:solidFill>
                <a:latin typeface="Inter"/>
                <a:ea typeface="Inter"/>
                <a:cs typeface="Inter"/>
              </a:rPr>
              <a:t>20 paired seeds, 50,000 evaluations per method and run</a:t>
            </a:r>
          </a:p>
        </p:txBody>
      </p:sp>
      <p:graphicFrame>
        <p:nvGraphicFramePr>
          <p:cNvPr id="4" name="Chart">
            <a:extLst xmlns:a="http://schemas.openxmlformats.org/drawingml/2006/main">
              <a:ext uri="{FF2B5EF4-FFF2-40B4-BE49-F238E27FC236}">
                <a16:creationId xmlns:a16="http://schemas.microsoft.com/office/drawing/2014/main" id="{FA2FBD45-C759-49C7-B188-7BD875F1B709}"/>
              </a:ext>
            </a:extLst>
          </p:cNvPr>
          <p:cNvGraphicFramePr/>
          <p:nvPr/>
        </p:nvGraphicFramePr>
        <p:xfrm>
          <a:off xmlns:a="http://schemas.openxmlformats.org/drawingml/2006/main" x="619125" y="2047875"/>
          <a:ext xmlns:a="http://schemas.openxmlformats.org/drawingml/2006/main" cx="7143750" cy="3619500"/>
        </p:xfrm>
        <a:graphic xmlns:a="http://schemas.openxmlformats.org/drawingml/2006/main">
          <a:graphicData uri="http://schemas.openxmlformats.org/drawingml/2006/chart">
            <c:chart xmlns:r="http://schemas.openxmlformats.org/officeDocument/2006/relationships" xmlns:c="http://schemas.openxmlformats.org/drawingml/2006/chart" r:id="Rb910b5b2ffee4946"/>
          </a:graphicData>
        </a:graphic>
      </p:graphicFrame>
      <p:sp>
        <p:nvSpPr>
          <p:cNvPr id="5" name="">
            <a:extLst xmlns:a="http://schemas.openxmlformats.org/drawingml/2006/main">
              <a:ext uri="{FF2B5EF4-FFF2-40B4-BE49-F238E27FC236}">
                <a16:creationId xmlns:a16="http://schemas.microsoft.com/office/drawing/2014/main" id="{5D6EB438-B30F-470A-ABB1-BEC4E53396C3}"/>
              </a:ext>
            </a:extLst>
          </p:cNvPr>
          <p:cNvSpPr>
            <a:spLocks xmlns:a="http://schemas.openxmlformats.org/drawingml/2006/main" noGrp="1"/>
          </p:cNvSpPr>
          <p:nvPr/>
        </p:nvSpPr>
        <p:spPr>
          <a:xfrm xmlns:a="http://schemas.openxmlformats.org/drawingml/2006/main">
            <a:off x="8239125" y="21907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009986"/>
                </a:solidFill>
                <a:latin typeface="Inter"/>
                <a:ea typeface="Inter"/>
                <a:cs typeface="Inter"/>
              </a:defRPr>
            </a:defPPr>
            <a:lvl1pPr>
              <a:defRPr sz="4350" b="1">
                <a:solidFill>
                  <a:srgbClr val="009986"/>
                </a:solidFill>
                <a:latin typeface="Inter"/>
                <a:ea typeface="Inter"/>
                <a:cs typeface="Inter"/>
              </a:defRPr>
            </a:lvl1pPr>
            <a:lvl2pPr>
              <a:defRPr sz="4350" b="1">
                <a:solidFill>
                  <a:srgbClr val="009986"/>
                </a:solidFill>
                <a:latin typeface="Inter"/>
                <a:ea typeface="Inter"/>
                <a:cs typeface="Inter"/>
              </a:defRPr>
            </a:lvl2pPr>
            <a:lvl3pPr>
              <a:defRPr sz="4350" b="1">
                <a:solidFill>
                  <a:srgbClr val="009986"/>
                </a:solidFill>
                <a:latin typeface="Inter"/>
                <a:ea typeface="Inter"/>
                <a:cs typeface="Inter"/>
              </a:defRPr>
            </a:lvl3pPr>
            <a:lvl4pPr>
              <a:defRPr sz="4350" b="1">
                <a:solidFill>
                  <a:srgbClr val="009986"/>
                </a:solidFill>
                <a:latin typeface="Inter"/>
                <a:ea typeface="Inter"/>
                <a:cs typeface="Inter"/>
              </a:defRPr>
            </a:lvl4pPr>
            <a:lvl5pPr>
              <a:defRPr sz="4350" b="1">
                <a:solidFill>
                  <a:srgbClr val="009986"/>
                </a:solidFill>
                <a:latin typeface="Inter"/>
                <a:ea typeface="Inter"/>
                <a:cs typeface="Inter"/>
              </a:defRPr>
            </a:lvl5pPr>
            <a:lvl6pPr>
              <a:defRPr sz="4350" b="1">
                <a:solidFill>
                  <a:srgbClr val="009986"/>
                </a:solidFill>
                <a:latin typeface="Inter"/>
                <a:ea typeface="Inter"/>
                <a:cs typeface="Inter"/>
              </a:defRPr>
            </a:lvl6pPr>
            <a:lvl7pPr>
              <a:defRPr sz="4350" b="1">
                <a:solidFill>
                  <a:srgbClr val="009986"/>
                </a:solidFill>
                <a:latin typeface="Inter"/>
                <a:ea typeface="Inter"/>
                <a:cs typeface="Inter"/>
              </a:defRPr>
            </a:lvl7pPr>
            <a:lvl8pPr>
              <a:defRPr sz="4350" b="1">
                <a:solidFill>
                  <a:srgbClr val="009986"/>
                </a:solidFill>
                <a:latin typeface="Inter"/>
                <a:ea typeface="Inter"/>
                <a:cs typeface="Inter"/>
              </a:defRPr>
            </a:lvl8pPr>
            <a:lvl9pPr>
              <a:defRPr sz="4350" b="1">
                <a:solidFill>
                  <a:srgbClr val="009986"/>
                </a:solidFill>
                <a:latin typeface="Inter"/>
                <a:ea typeface="Inter"/>
                <a:cs typeface="Inter"/>
              </a:defRPr>
            </a:lvl9pPr>
          </a:lstStyle>
          <a:p xmlns:a="http://schemas.openxmlformats.org/drawingml/2006/main">
            <a:pPr>
              <a:defRPr sz="4350" b="1">
                <a:solidFill>
                  <a:srgbClr val="009986"/>
                </a:solidFill>
                <a:latin typeface="Inter"/>
                <a:ea typeface="Inter"/>
                <a:cs typeface="Inter"/>
              </a:defRPr>
            </a:pPr>
            <a:r>
              <a:rPr sz="4350" b="1">
                <a:solidFill>
                  <a:srgbClr val="009986"/>
                </a:solidFill>
                <a:latin typeface="Inter"/>
                <a:ea typeface="Inter"/>
                <a:cs typeface="Inter"/>
              </a:rPr>
              <a:t>4.93%</a:t>
            </a:r>
          </a:p>
        </p:txBody>
      </p:sp>
      <p:sp>
        <p:nvSpPr>
          <p:cNvPr id="6" name="">
            <a:extLst xmlns:a="http://schemas.openxmlformats.org/drawingml/2006/main">
              <a:ext uri="{FF2B5EF4-FFF2-40B4-BE49-F238E27FC236}">
                <a16:creationId xmlns:a16="http://schemas.microsoft.com/office/drawing/2014/main" id="{D70B883E-883E-4F0F-AB7A-58EA685F27A4}"/>
              </a:ext>
            </a:extLst>
          </p:cNvPr>
          <p:cNvSpPr>
            <a:spLocks xmlns:a="http://schemas.openxmlformats.org/drawingml/2006/main" noGrp="1"/>
          </p:cNvSpPr>
          <p:nvPr/>
        </p:nvSpPr>
        <p:spPr>
          <a:xfrm xmlns:a="http://schemas.openxmlformats.org/drawingml/2006/main">
            <a:off x="8239125" y="3162300"/>
            <a:ext cx="3190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9273E"/>
                </a:solidFill>
                <a:latin typeface="Inter"/>
                <a:ea typeface="Inter"/>
                <a:cs typeface="Inter"/>
              </a:defRPr>
            </a:defPPr>
            <a:lvl1pPr>
              <a:defRPr sz="2250" b="0">
                <a:solidFill>
                  <a:srgbClr val="19273E"/>
                </a:solidFill>
                <a:latin typeface="Inter"/>
                <a:ea typeface="Inter"/>
                <a:cs typeface="Inter"/>
              </a:defRPr>
            </a:lvl1pPr>
            <a:lvl2pPr>
              <a:defRPr sz="2250" b="0">
                <a:solidFill>
                  <a:srgbClr val="19273E"/>
                </a:solidFill>
                <a:latin typeface="Inter"/>
                <a:ea typeface="Inter"/>
                <a:cs typeface="Inter"/>
              </a:defRPr>
            </a:lvl2pPr>
            <a:lvl3pPr>
              <a:defRPr sz="2250" b="0">
                <a:solidFill>
                  <a:srgbClr val="19273E"/>
                </a:solidFill>
                <a:latin typeface="Inter"/>
                <a:ea typeface="Inter"/>
                <a:cs typeface="Inter"/>
              </a:defRPr>
            </a:lvl3pPr>
            <a:lvl4pPr>
              <a:defRPr sz="2250" b="0">
                <a:solidFill>
                  <a:srgbClr val="19273E"/>
                </a:solidFill>
                <a:latin typeface="Inter"/>
                <a:ea typeface="Inter"/>
                <a:cs typeface="Inter"/>
              </a:defRPr>
            </a:lvl4pPr>
            <a:lvl5pPr>
              <a:defRPr sz="2250" b="0">
                <a:solidFill>
                  <a:srgbClr val="19273E"/>
                </a:solidFill>
                <a:latin typeface="Inter"/>
                <a:ea typeface="Inter"/>
                <a:cs typeface="Inter"/>
              </a:defRPr>
            </a:lvl5pPr>
            <a:lvl6pPr>
              <a:defRPr sz="2250" b="0">
                <a:solidFill>
                  <a:srgbClr val="19273E"/>
                </a:solidFill>
                <a:latin typeface="Inter"/>
                <a:ea typeface="Inter"/>
                <a:cs typeface="Inter"/>
              </a:defRPr>
            </a:lvl6pPr>
            <a:lvl7pPr>
              <a:defRPr sz="2250" b="0">
                <a:solidFill>
                  <a:srgbClr val="19273E"/>
                </a:solidFill>
                <a:latin typeface="Inter"/>
                <a:ea typeface="Inter"/>
                <a:cs typeface="Inter"/>
              </a:defRPr>
            </a:lvl7pPr>
            <a:lvl8pPr>
              <a:defRPr sz="2250" b="0">
                <a:solidFill>
                  <a:srgbClr val="19273E"/>
                </a:solidFill>
                <a:latin typeface="Inter"/>
                <a:ea typeface="Inter"/>
                <a:cs typeface="Inter"/>
              </a:defRPr>
            </a:lvl8pPr>
            <a:lvl9pPr>
              <a:defRPr sz="2250" b="0">
                <a:solidFill>
                  <a:srgbClr val="19273E"/>
                </a:solidFill>
                <a:latin typeface="Inter"/>
                <a:ea typeface="Inter"/>
                <a:cs typeface="Inter"/>
              </a:defRPr>
            </a:lvl9pPr>
          </a:lstStyle>
          <a:p xmlns:a="http://schemas.openxmlformats.org/drawingml/2006/main">
            <a:pPr>
              <a:defRPr sz="2250" b="0">
                <a:solidFill>
                  <a:srgbClr val="19273E"/>
                </a:solidFill>
                <a:latin typeface="Inter"/>
                <a:ea typeface="Inter"/>
                <a:cs typeface="Inter"/>
              </a:defRPr>
            </a:pPr>
            <a:r>
              <a:rPr sz="2250" b="0">
                <a:solidFill>
                  <a:srgbClr val="19273E"/>
                </a:solidFill>
                <a:latin typeface="Inter"/>
                <a:ea typeface="Inter"/>
                <a:cs typeface="Inter"/>
              </a:rPr>
              <a:t>lower mean delay than uniform random search</a:t>
            </a:r>
          </a:p>
        </p:txBody>
      </p:sp>
      <p:sp>
        <p:nvSpPr>
          <p:cNvPr id="7" name="">
            <a:extLst xmlns:a="http://schemas.openxmlformats.org/drawingml/2006/main">
              <a:ext uri="{FF2B5EF4-FFF2-40B4-BE49-F238E27FC236}">
                <a16:creationId xmlns:a16="http://schemas.microsoft.com/office/drawing/2014/main" id="{1F04E813-9BFF-4EAF-A3B8-98C8C83B6E36}"/>
              </a:ext>
            </a:extLst>
          </p:cNvPr>
          <p:cNvSpPr>
            <a:spLocks xmlns:a="http://schemas.openxmlformats.org/drawingml/2006/main" noGrp="1"/>
          </p:cNvSpPr>
          <p:nvPr/>
        </p:nvSpPr>
        <p:spPr>
          <a:xfrm xmlns:a="http://schemas.openxmlformats.org/drawingml/2006/main">
            <a:off x="8239125" y="4895850"/>
            <a:ext cx="319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5758B"/>
                </a:solidFill>
                <a:latin typeface="Inter"/>
                <a:ea typeface="Inter"/>
                <a:cs typeface="Inter"/>
              </a:defRPr>
            </a:defPPr>
            <a:lvl1pPr>
              <a:defRPr sz="2025" b="0">
                <a:solidFill>
                  <a:srgbClr val="65758B"/>
                </a:solidFill>
                <a:latin typeface="Inter"/>
                <a:ea typeface="Inter"/>
                <a:cs typeface="Inter"/>
              </a:defRPr>
            </a:lvl1pPr>
            <a:lvl2pPr>
              <a:defRPr sz="2025" b="0">
                <a:solidFill>
                  <a:srgbClr val="65758B"/>
                </a:solidFill>
                <a:latin typeface="Inter"/>
                <a:ea typeface="Inter"/>
                <a:cs typeface="Inter"/>
              </a:defRPr>
            </a:lvl2pPr>
            <a:lvl3pPr>
              <a:defRPr sz="2025" b="0">
                <a:solidFill>
                  <a:srgbClr val="65758B"/>
                </a:solidFill>
                <a:latin typeface="Inter"/>
                <a:ea typeface="Inter"/>
                <a:cs typeface="Inter"/>
              </a:defRPr>
            </a:lvl3pPr>
            <a:lvl4pPr>
              <a:defRPr sz="2025" b="0">
                <a:solidFill>
                  <a:srgbClr val="65758B"/>
                </a:solidFill>
                <a:latin typeface="Inter"/>
                <a:ea typeface="Inter"/>
                <a:cs typeface="Inter"/>
              </a:defRPr>
            </a:lvl4pPr>
            <a:lvl5pPr>
              <a:defRPr sz="2025" b="0">
                <a:solidFill>
                  <a:srgbClr val="65758B"/>
                </a:solidFill>
                <a:latin typeface="Inter"/>
                <a:ea typeface="Inter"/>
                <a:cs typeface="Inter"/>
              </a:defRPr>
            </a:lvl5pPr>
            <a:lvl6pPr>
              <a:defRPr sz="2025" b="0">
                <a:solidFill>
                  <a:srgbClr val="65758B"/>
                </a:solidFill>
                <a:latin typeface="Inter"/>
                <a:ea typeface="Inter"/>
                <a:cs typeface="Inter"/>
              </a:defRPr>
            </a:lvl6pPr>
            <a:lvl7pPr>
              <a:defRPr sz="2025" b="0">
                <a:solidFill>
                  <a:srgbClr val="65758B"/>
                </a:solidFill>
                <a:latin typeface="Inter"/>
                <a:ea typeface="Inter"/>
                <a:cs typeface="Inter"/>
              </a:defRPr>
            </a:lvl7pPr>
            <a:lvl8pPr>
              <a:defRPr sz="2025" b="0">
                <a:solidFill>
                  <a:srgbClr val="65758B"/>
                </a:solidFill>
                <a:latin typeface="Inter"/>
                <a:ea typeface="Inter"/>
                <a:cs typeface="Inter"/>
              </a:defRPr>
            </a:lvl8pPr>
            <a:lvl9pPr>
              <a:defRPr sz="2025" b="0">
                <a:solidFill>
                  <a:srgbClr val="65758B"/>
                </a:solidFill>
                <a:latin typeface="Inter"/>
                <a:ea typeface="Inter"/>
                <a:cs typeface="Inter"/>
              </a:defRPr>
            </a:lvl9pPr>
          </a:lstStyle>
          <a:p xmlns:a="http://schemas.openxmlformats.org/drawingml/2006/main">
            <a:pPr>
              <a:defRPr sz="2025" b="0">
                <a:solidFill>
                  <a:srgbClr val="65758B"/>
                </a:solidFill>
                <a:latin typeface="Inter"/>
                <a:ea typeface="Inter"/>
                <a:cs typeface="Inter"/>
              </a:defRPr>
            </a:pPr>
            <a:r>
              <a:rPr sz="2025" b="0">
                <a:solidFill>
                  <a:srgbClr val="65758B"/>
                </a:solidFill>
                <a:latin typeface="Inter"/>
                <a:ea typeface="Inter"/>
                <a:cs typeface="Inter"/>
              </a:rPr>
              <a:t>Construction ties the hybrid on this objective.</a:t>
            </a:r>
          </a:p>
        </p:txBody>
      </p:sp>
    </p:spTree>
    <p:extLst>
      <p:ext uri="{BB962C8B-B14F-4D97-AF65-F5344CB8AC3E}">
        <p14:creationId xmlns:p14="http://schemas.microsoft.com/office/powerpoint/2010/main" val="1807241727"/>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8F51DA-A2DF-4935-9038-B8F58B0AC720}"/>
              </a:ext>
            </a:extLst>
          </p:cNvPr>
          <p:cNvSpPr>
            <a:spLocks xmlns:a="http://schemas.openxmlformats.org/drawingml/2006/main" noGrp="1"/>
          </p:cNvSpPr>
          <p:nvPr/>
        </p:nvSpPr>
        <p:spPr>
          <a:xfrm xmlns:a="http://schemas.openxmlformats.org/drawingml/2006/main">
            <a:off x="609600" y="428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73E"/>
                </a:solidFill>
                <a:latin typeface="Inter"/>
                <a:ea typeface="Inter"/>
                <a:cs typeface="Inter"/>
              </a:defRPr>
            </a:defPPr>
            <a:lvl1pPr>
              <a:defRPr sz="3300" b="1">
                <a:solidFill>
                  <a:srgbClr val="19273E"/>
                </a:solidFill>
                <a:latin typeface="Inter"/>
                <a:ea typeface="Inter"/>
                <a:cs typeface="Inter"/>
              </a:defRPr>
            </a:lvl1pPr>
            <a:lvl2pPr>
              <a:defRPr sz="3300" b="1">
                <a:solidFill>
                  <a:srgbClr val="19273E"/>
                </a:solidFill>
                <a:latin typeface="Inter"/>
                <a:ea typeface="Inter"/>
                <a:cs typeface="Inter"/>
              </a:defRPr>
            </a:lvl2pPr>
            <a:lvl3pPr>
              <a:defRPr sz="3300" b="1">
                <a:solidFill>
                  <a:srgbClr val="19273E"/>
                </a:solidFill>
                <a:latin typeface="Inter"/>
                <a:ea typeface="Inter"/>
                <a:cs typeface="Inter"/>
              </a:defRPr>
            </a:lvl3pPr>
            <a:lvl4pPr>
              <a:defRPr sz="3300" b="1">
                <a:solidFill>
                  <a:srgbClr val="19273E"/>
                </a:solidFill>
                <a:latin typeface="Inter"/>
                <a:ea typeface="Inter"/>
                <a:cs typeface="Inter"/>
              </a:defRPr>
            </a:lvl4pPr>
            <a:lvl5pPr>
              <a:defRPr sz="3300" b="1">
                <a:solidFill>
                  <a:srgbClr val="19273E"/>
                </a:solidFill>
                <a:latin typeface="Inter"/>
                <a:ea typeface="Inter"/>
                <a:cs typeface="Inter"/>
              </a:defRPr>
            </a:lvl5pPr>
            <a:lvl6pPr>
              <a:defRPr sz="3300" b="1">
                <a:solidFill>
                  <a:srgbClr val="19273E"/>
                </a:solidFill>
                <a:latin typeface="Inter"/>
                <a:ea typeface="Inter"/>
                <a:cs typeface="Inter"/>
              </a:defRPr>
            </a:lvl6pPr>
            <a:lvl7pPr>
              <a:defRPr sz="3300" b="1">
                <a:solidFill>
                  <a:srgbClr val="19273E"/>
                </a:solidFill>
                <a:latin typeface="Inter"/>
                <a:ea typeface="Inter"/>
                <a:cs typeface="Inter"/>
              </a:defRPr>
            </a:lvl7pPr>
            <a:lvl8pPr>
              <a:defRPr sz="3300" b="1">
                <a:solidFill>
                  <a:srgbClr val="19273E"/>
                </a:solidFill>
                <a:latin typeface="Inter"/>
                <a:ea typeface="Inter"/>
                <a:cs typeface="Inter"/>
              </a:defRPr>
            </a:lvl8pPr>
            <a:lvl9pPr>
              <a:defRPr sz="3300" b="1">
                <a:solidFill>
                  <a:srgbClr val="19273E"/>
                </a:solidFill>
                <a:latin typeface="Inter"/>
                <a:ea typeface="Inter"/>
                <a:cs typeface="Inter"/>
              </a:defRPr>
            </a:lvl9pPr>
          </a:lstStyle>
          <a:p xmlns:a="http://schemas.openxmlformats.org/drawingml/2006/main">
            <a:pPr>
              <a:defRPr sz="3300" b="1">
                <a:solidFill>
                  <a:srgbClr val="19273E"/>
                </a:solidFill>
                <a:latin typeface="Inter"/>
                <a:ea typeface="Inter"/>
                <a:cs typeface="Inter"/>
              </a:defRPr>
            </a:pPr>
            <a:r>
              <a:rPr sz="3300" b="1">
                <a:solidFill>
                  <a:srgbClr val="19273E"/>
                </a:solidFill>
                <a:latin typeface="Inter"/>
                <a:ea typeface="Inter"/>
                <a:cs typeface="Inter"/>
              </a:rPr>
              <a:t>Cost and delay can favor different placements</a:t>
            </a:r>
          </a:p>
        </p:txBody>
      </p:sp>
      <p:sp>
        <p:nvSpPr>
          <p:cNvPr id="2" name="">
            <a:extLst xmlns:a="http://schemas.openxmlformats.org/drawingml/2006/main">
              <a:ext uri="{FF2B5EF4-FFF2-40B4-BE49-F238E27FC236}">
                <a16:creationId xmlns:a16="http://schemas.microsoft.com/office/drawing/2014/main" id="{18D7CF4C-5D17-47FC-81AA-07CB40A5B5FA}"/>
              </a:ext>
            </a:extLst>
          </p:cNvPr>
          <p:cNvSpPr>
            <a:spLocks xmlns:a="http://schemas.openxmlformats.org/drawingml/2006/main" noGrp="1"/>
          </p:cNvSpPr>
          <p:nvPr/>
        </p:nvSpPr>
        <p:spPr>
          <a:xfrm xmlns:a="http://schemas.openxmlformats.org/drawingml/2006/main">
            <a:off x="11144250"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8B"/>
                </a:solidFill>
                <a:latin typeface="Inter"/>
                <a:ea typeface="Inter"/>
                <a:cs typeface="Inter"/>
              </a:defRPr>
            </a:defPPr>
            <a:lvl1pPr>
              <a:defRPr sz="1200" b="0">
                <a:solidFill>
                  <a:srgbClr val="65758B"/>
                </a:solidFill>
                <a:latin typeface="Inter"/>
                <a:ea typeface="Inter"/>
                <a:cs typeface="Inter"/>
              </a:defRPr>
            </a:lvl1pPr>
            <a:lvl2pPr>
              <a:defRPr sz="1200" b="0">
                <a:solidFill>
                  <a:srgbClr val="65758B"/>
                </a:solidFill>
                <a:latin typeface="Inter"/>
                <a:ea typeface="Inter"/>
                <a:cs typeface="Inter"/>
              </a:defRPr>
            </a:lvl2pPr>
            <a:lvl3pPr>
              <a:defRPr sz="1200" b="0">
                <a:solidFill>
                  <a:srgbClr val="65758B"/>
                </a:solidFill>
                <a:latin typeface="Inter"/>
                <a:ea typeface="Inter"/>
                <a:cs typeface="Inter"/>
              </a:defRPr>
            </a:lvl3pPr>
            <a:lvl4pPr>
              <a:defRPr sz="1200" b="0">
                <a:solidFill>
                  <a:srgbClr val="65758B"/>
                </a:solidFill>
                <a:latin typeface="Inter"/>
                <a:ea typeface="Inter"/>
                <a:cs typeface="Inter"/>
              </a:defRPr>
            </a:lvl4pPr>
            <a:lvl5pPr>
              <a:defRPr sz="1200" b="0">
                <a:solidFill>
                  <a:srgbClr val="65758B"/>
                </a:solidFill>
                <a:latin typeface="Inter"/>
                <a:ea typeface="Inter"/>
                <a:cs typeface="Inter"/>
              </a:defRPr>
            </a:lvl5pPr>
            <a:lvl6pPr>
              <a:defRPr sz="1200" b="0">
                <a:solidFill>
                  <a:srgbClr val="65758B"/>
                </a:solidFill>
                <a:latin typeface="Inter"/>
                <a:ea typeface="Inter"/>
                <a:cs typeface="Inter"/>
              </a:defRPr>
            </a:lvl6pPr>
            <a:lvl7pPr>
              <a:defRPr sz="1200" b="0">
                <a:solidFill>
                  <a:srgbClr val="65758B"/>
                </a:solidFill>
                <a:latin typeface="Inter"/>
                <a:ea typeface="Inter"/>
                <a:cs typeface="Inter"/>
              </a:defRPr>
            </a:lvl7pPr>
            <a:lvl8pPr>
              <a:defRPr sz="1200" b="0">
                <a:solidFill>
                  <a:srgbClr val="65758B"/>
                </a:solidFill>
                <a:latin typeface="Inter"/>
                <a:ea typeface="Inter"/>
                <a:cs typeface="Inter"/>
              </a:defRPr>
            </a:lvl8pPr>
            <a:lvl9pPr>
              <a:defRPr sz="1200" b="0">
                <a:solidFill>
                  <a:srgbClr val="65758B"/>
                </a:solidFill>
                <a:latin typeface="Inter"/>
                <a:ea typeface="Inter"/>
                <a:cs typeface="Inter"/>
              </a:defRPr>
            </a:lvl9pPr>
          </a:lstStyle>
          <a:p xmlns:a="http://schemas.openxmlformats.org/drawingml/2006/main">
            <a:pPr>
              <a:defRPr sz="1200" b="0">
                <a:solidFill>
                  <a:srgbClr val="65758B"/>
                </a:solidFill>
                <a:latin typeface="Inter"/>
                <a:ea typeface="Inter"/>
                <a:cs typeface="Inter"/>
              </a:defRPr>
            </a:pPr>
            <a:r>
              <a:rPr sz="1200" b="0">
                <a:solidFill>
                  <a:srgbClr val="65758B"/>
                </a:solidFill>
                <a:latin typeface="Inter"/>
                <a:ea typeface="Inter"/>
                <a:cs typeface="Inter"/>
              </a:rPr>
              <a:t>09</a:t>
            </a:r>
          </a:p>
        </p:txBody>
      </p:sp>
      <p:sp>
        <p:nvSpPr>
          <p:cNvPr id="3" name="">
            <a:extLst xmlns:a="http://schemas.openxmlformats.org/drawingml/2006/main">
              <a:ext uri="{FF2B5EF4-FFF2-40B4-BE49-F238E27FC236}">
                <a16:creationId xmlns:a16="http://schemas.microsoft.com/office/drawing/2014/main" id="{BFB84AFC-5532-418D-A29D-163B708B590B}"/>
              </a:ext>
            </a:extLst>
          </p:cNvPr>
          <p:cNvSpPr>
            <a:spLocks xmlns:a="http://schemas.openxmlformats.org/drawingml/2006/main" noGrp="1"/>
          </p:cNvSpPr>
          <p:nvPr/>
        </p:nvSpPr>
        <p:spPr>
          <a:xfrm xmlns:a="http://schemas.openxmlformats.org/drawingml/2006/main">
            <a:off x="609600" y="14192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9273E"/>
                </a:solidFill>
                <a:latin typeface="Inter"/>
                <a:ea typeface="Inter"/>
                <a:cs typeface="Inter"/>
              </a:defRPr>
            </a:defPPr>
            <a:lvl1pPr>
              <a:defRPr sz="2700" b="1">
                <a:solidFill>
                  <a:srgbClr val="19273E"/>
                </a:solidFill>
                <a:latin typeface="Inter"/>
                <a:ea typeface="Inter"/>
                <a:cs typeface="Inter"/>
              </a:defRPr>
            </a:lvl1pPr>
            <a:lvl2pPr>
              <a:defRPr sz="2700" b="1">
                <a:solidFill>
                  <a:srgbClr val="19273E"/>
                </a:solidFill>
                <a:latin typeface="Inter"/>
                <a:ea typeface="Inter"/>
                <a:cs typeface="Inter"/>
              </a:defRPr>
            </a:lvl2pPr>
            <a:lvl3pPr>
              <a:defRPr sz="2700" b="1">
                <a:solidFill>
                  <a:srgbClr val="19273E"/>
                </a:solidFill>
                <a:latin typeface="Inter"/>
                <a:ea typeface="Inter"/>
                <a:cs typeface="Inter"/>
              </a:defRPr>
            </a:lvl3pPr>
            <a:lvl4pPr>
              <a:defRPr sz="2700" b="1">
                <a:solidFill>
                  <a:srgbClr val="19273E"/>
                </a:solidFill>
                <a:latin typeface="Inter"/>
                <a:ea typeface="Inter"/>
                <a:cs typeface="Inter"/>
              </a:defRPr>
            </a:lvl4pPr>
            <a:lvl5pPr>
              <a:defRPr sz="2700" b="1">
                <a:solidFill>
                  <a:srgbClr val="19273E"/>
                </a:solidFill>
                <a:latin typeface="Inter"/>
                <a:ea typeface="Inter"/>
                <a:cs typeface="Inter"/>
              </a:defRPr>
            </a:lvl5pPr>
            <a:lvl6pPr>
              <a:defRPr sz="2700" b="1">
                <a:solidFill>
                  <a:srgbClr val="19273E"/>
                </a:solidFill>
                <a:latin typeface="Inter"/>
                <a:ea typeface="Inter"/>
                <a:cs typeface="Inter"/>
              </a:defRPr>
            </a:lvl6pPr>
            <a:lvl7pPr>
              <a:defRPr sz="2700" b="1">
                <a:solidFill>
                  <a:srgbClr val="19273E"/>
                </a:solidFill>
                <a:latin typeface="Inter"/>
                <a:ea typeface="Inter"/>
                <a:cs typeface="Inter"/>
              </a:defRPr>
            </a:lvl7pPr>
            <a:lvl8pPr>
              <a:defRPr sz="2700" b="1">
                <a:solidFill>
                  <a:srgbClr val="19273E"/>
                </a:solidFill>
                <a:latin typeface="Inter"/>
                <a:ea typeface="Inter"/>
                <a:cs typeface="Inter"/>
              </a:defRPr>
            </a:lvl8pPr>
            <a:lvl9pPr>
              <a:defRPr sz="2700" b="1">
                <a:solidFill>
                  <a:srgbClr val="19273E"/>
                </a:solidFill>
                <a:latin typeface="Inter"/>
                <a:ea typeface="Inter"/>
                <a:cs typeface="Inter"/>
              </a:defRPr>
            </a:lvl9pPr>
          </a:lstStyle>
          <a:p xmlns:a="http://schemas.openxmlformats.org/drawingml/2006/main">
            <a:pPr>
              <a:defRPr sz="2700" b="1">
                <a:solidFill>
                  <a:srgbClr val="19273E"/>
                </a:solidFill>
                <a:latin typeface="Inter"/>
                <a:ea typeface="Inter"/>
                <a:cs typeface="Inter"/>
              </a:defRPr>
            </a:pPr>
            <a:r>
              <a:rPr sz="2700" b="1">
                <a:solidFill>
                  <a:srgbClr val="19273E"/>
                </a:solidFill>
                <a:latin typeface="Inter"/>
                <a:ea typeface="Inter"/>
                <a:cs typeface="Inter"/>
              </a:rPr>
              <a:t>The default objective minimizes delay.</a:t>
            </a:r>
          </a:p>
        </p:txBody>
      </p:sp>
      <p:sp>
        <p:nvSpPr>
          <p:cNvPr id="4" name="">
            <a:extLst xmlns:a="http://schemas.openxmlformats.org/drawingml/2006/main">
              <a:ext uri="{FF2B5EF4-FFF2-40B4-BE49-F238E27FC236}">
                <a16:creationId xmlns:a16="http://schemas.microsoft.com/office/drawing/2014/main" id="{6C96E019-7EF6-4BF3-8E97-89267253466D}"/>
              </a:ext>
            </a:extLst>
          </p:cNvPr>
          <p:cNvSpPr>
            <a:spLocks xmlns:a="http://schemas.openxmlformats.org/drawingml/2006/main" noGrp="1"/>
          </p:cNvSpPr>
          <p:nvPr/>
        </p:nvSpPr>
        <p:spPr>
          <a:xfrm xmlns:a="http://schemas.openxmlformats.org/drawingml/2006/main">
            <a:off x="609600" y="242887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9273E"/>
                </a:solidFill>
                <a:latin typeface="Inter"/>
                <a:ea typeface="Inter"/>
                <a:cs typeface="Inter"/>
              </a:defRPr>
            </a:defPPr>
            <a:lvl1pPr>
              <a:defRPr sz="2325" b="0">
                <a:solidFill>
                  <a:srgbClr val="19273E"/>
                </a:solidFill>
                <a:latin typeface="Inter"/>
                <a:ea typeface="Inter"/>
                <a:cs typeface="Inter"/>
              </a:defRPr>
            </a:lvl1pPr>
            <a:lvl2pPr>
              <a:defRPr sz="2325" b="0">
                <a:solidFill>
                  <a:srgbClr val="19273E"/>
                </a:solidFill>
                <a:latin typeface="Inter"/>
                <a:ea typeface="Inter"/>
                <a:cs typeface="Inter"/>
              </a:defRPr>
            </a:lvl2pPr>
            <a:lvl3pPr>
              <a:defRPr sz="2325" b="0">
                <a:solidFill>
                  <a:srgbClr val="19273E"/>
                </a:solidFill>
                <a:latin typeface="Inter"/>
                <a:ea typeface="Inter"/>
                <a:cs typeface="Inter"/>
              </a:defRPr>
            </a:lvl3pPr>
            <a:lvl4pPr>
              <a:defRPr sz="2325" b="0">
                <a:solidFill>
                  <a:srgbClr val="19273E"/>
                </a:solidFill>
                <a:latin typeface="Inter"/>
                <a:ea typeface="Inter"/>
                <a:cs typeface="Inter"/>
              </a:defRPr>
            </a:lvl4pPr>
            <a:lvl5pPr>
              <a:defRPr sz="2325" b="0">
                <a:solidFill>
                  <a:srgbClr val="19273E"/>
                </a:solidFill>
                <a:latin typeface="Inter"/>
                <a:ea typeface="Inter"/>
                <a:cs typeface="Inter"/>
              </a:defRPr>
            </a:lvl5pPr>
            <a:lvl6pPr>
              <a:defRPr sz="2325" b="0">
                <a:solidFill>
                  <a:srgbClr val="19273E"/>
                </a:solidFill>
                <a:latin typeface="Inter"/>
                <a:ea typeface="Inter"/>
                <a:cs typeface="Inter"/>
              </a:defRPr>
            </a:lvl6pPr>
            <a:lvl7pPr>
              <a:defRPr sz="2325" b="0">
                <a:solidFill>
                  <a:srgbClr val="19273E"/>
                </a:solidFill>
                <a:latin typeface="Inter"/>
                <a:ea typeface="Inter"/>
                <a:cs typeface="Inter"/>
              </a:defRPr>
            </a:lvl7pPr>
            <a:lvl8pPr>
              <a:defRPr sz="2325" b="0">
                <a:solidFill>
                  <a:srgbClr val="19273E"/>
                </a:solidFill>
                <a:latin typeface="Inter"/>
                <a:ea typeface="Inter"/>
                <a:cs typeface="Inter"/>
              </a:defRPr>
            </a:lvl8pPr>
            <a:lvl9pPr>
              <a:defRPr sz="2325" b="0">
                <a:solidFill>
                  <a:srgbClr val="19273E"/>
                </a:solidFill>
                <a:latin typeface="Inter"/>
                <a:ea typeface="Inter"/>
                <a:cs typeface="Inter"/>
              </a:defRPr>
            </a:lvl9pPr>
          </a:lstStyle>
          <a:p xmlns:a="http://schemas.openxmlformats.org/drawingml/2006/main">
            <a:pPr>
              <a:defRPr sz="2325" b="0">
                <a:solidFill>
                  <a:srgbClr val="19273E"/>
                </a:solidFill>
                <a:latin typeface="Inter"/>
                <a:ea typeface="Inter"/>
                <a:cs typeface="Inter"/>
              </a:defRPr>
            </a:pPr>
            <a:r>
              <a:rPr sz="2325" b="0">
                <a:solidFill>
                  <a:srgbClr val="19273E"/>
                </a:solidFill>
                <a:latin typeface="Inter"/>
                <a:ea typeface="Inter"/>
                <a:cs typeface="Inter"/>
              </a:rPr>
              <a:t>An optional experiment combines normalized delay and cost.</a:t>
            </a:r>
          </a:p>
          <a:p xmlns:a="http://schemas.openxmlformats.org/drawingml/2006/main">
            <a:pPr>
              <a:defRPr sz="2325" b="0">
                <a:solidFill>
                  <a:srgbClr val="19273E"/>
                </a:solidFill>
                <a:latin typeface="Inter"/>
                <a:ea typeface="Inter"/>
                <a:cs typeface="Inter"/>
              </a:defRPr>
            </a:pPr>
            <a:r>
              <a:rPr sz="2325" b="0">
                <a:solidFill>
                  <a:srgbClr val="19273E"/>
                </a:solidFill>
                <a:latin typeface="Inter"/>
                <a:ea typeface="Inter"/>
                <a:cs typeface="Inter"/>
              </a:rPr>
              <a:t>The priority weight represents a stakeholder choice.</a:t>
            </a:r>
          </a:p>
        </p:txBody>
      </p:sp>
      <p:sp>
        <p:nvSpPr>
          <p:cNvPr id="5" name="">
            <a:extLst xmlns:a="http://schemas.openxmlformats.org/drawingml/2006/main">
              <a:ext uri="{FF2B5EF4-FFF2-40B4-BE49-F238E27FC236}">
                <a16:creationId xmlns:a16="http://schemas.microsoft.com/office/drawing/2014/main" id="{2E1B8697-6A5A-4B0D-A4EA-5F927A9FB3A5}"/>
              </a:ext>
            </a:extLst>
          </p:cNvPr>
          <p:cNvSpPr>
            <a:spLocks xmlns:a="http://schemas.openxmlformats.org/drawingml/2006/main" noGrp="1"/>
          </p:cNvSpPr>
          <p:nvPr/>
        </p:nvSpPr>
        <p:spPr>
          <a:xfrm xmlns:a="http://schemas.openxmlformats.org/drawingml/2006/main">
            <a:off x="609600" y="3943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3866E8"/>
                </a:solidFill>
                <a:latin typeface="Inter"/>
                <a:ea typeface="Inter"/>
                <a:cs typeface="Inter"/>
              </a:defRPr>
            </a:defPPr>
            <a:lvl1pPr>
              <a:defRPr sz="2325" b="1">
                <a:solidFill>
                  <a:srgbClr val="3866E8"/>
                </a:solidFill>
                <a:latin typeface="Inter"/>
                <a:ea typeface="Inter"/>
                <a:cs typeface="Inter"/>
              </a:defRPr>
            </a:lvl1pPr>
            <a:lvl2pPr>
              <a:defRPr sz="2325" b="1">
                <a:solidFill>
                  <a:srgbClr val="3866E8"/>
                </a:solidFill>
                <a:latin typeface="Inter"/>
                <a:ea typeface="Inter"/>
                <a:cs typeface="Inter"/>
              </a:defRPr>
            </a:lvl2pPr>
            <a:lvl3pPr>
              <a:defRPr sz="2325" b="1">
                <a:solidFill>
                  <a:srgbClr val="3866E8"/>
                </a:solidFill>
                <a:latin typeface="Inter"/>
                <a:ea typeface="Inter"/>
                <a:cs typeface="Inter"/>
              </a:defRPr>
            </a:lvl3pPr>
            <a:lvl4pPr>
              <a:defRPr sz="2325" b="1">
                <a:solidFill>
                  <a:srgbClr val="3866E8"/>
                </a:solidFill>
                <a:latin typeface="Inter"/>
                <a:ea typeface="Inter"/>
                <a:cs typeface="Inter"/>
              </a:defRPr>
            </a:lvl4pPr>
            <a:lvl5pPr>
              <a:defRPr sz="2325" b="1">
                <a:solidFill>
                  <a:srgbClr val="3866E8"/>
                </a:solidFill>
                <a:latin typeface="Inter"/>
                <a:ea typeface="Inter"/>
                <a:cs typeface="Inter"/>
              </a:defRPr>
            </a:lvl5pPr>
            <a:lvl6pPr>
              <a:defRPr sz="2325" b="1">
                <a:solidFill>
                  <a:srgbClr val="3866E8"/>
                </a:solidFill>
                <a:latin typeface="Inter"/>
                <a:ea typeface="Inter"/>
                <a:cs typeface="Inter"/>
              </a:defRPr>
            </a:lvl6pPr>
            <a:lvl7pPr>
              <a:defRPr sz="2325" b="1">
                <a:solidFill>
                  <a:srgbClr val="3866E8"/>
                </a:solidFill>
                <a:latin typeface="Inter"/>
                <a:ea typeface="Inter"/>
                <a:cs typeface="Inter"/>
              </a:defRPr>
            </a:lvl7pPr>
            <a:lvl8pPr>
              <a:defRPr sz="2325" b="1">
                <a:solidFill>
                  <a:srgbClr val="3866E8"/>
                </a:solidFill>
                <a:latin typeface="Inter"/>
                <a:ea typeface="Inter"/>
                <a:cs typeface="Inter"/>
              </a:defRPr>
            </a:lvl8pPr>
            <a:lvl9pPr>
              <a:defRPr sz="2325" b="1">
                <a:solidFill>
                  <a:srgbClr val="3866E8"/>
                </a:solidFill>
                <a:latin typeface="Inter"/>
                <a:ea typeface="Inter"/>
                <a:cs typeface="Inter"/>
              </a:defRPr>
            </a:lvl9pPr>
          </a:lstStyle>
          <a:p xmlns:a="http://schemas.openxmlformats.org/drawingml/2006/main">
            <a:pPr>
              <a:defRPr sz="2325" b="1">
                <a:solidFill>
                  <a:srgbClr val="3866E8"/>
                </a:solidFill>
                <a:latin typeface="Inter"/>
                <a:ea typeface="Inter"/>
                <a:cs typeface="Inter"/>
              </a:defRPr>
            </a:pPr>
            <a:r>
              <a:rPr sz="2325" b="1">
                <a:solidFill>
                  <a:srgbClr val="3866E8"/>
                </a:solidFill>
                <a:latin typeface="Inter"/>
                <a:ea typeface="Inter"/>
                <a:cs typeface="Inter"/>
              </a:rPr>
              <a:t>F = alpha × normalized delay + (1 - alpha) × normalized cost</a:t>
            </a:r>
          </a:p>
        </p:txBody>
      </p:sp>
      <p:sp>
        <p:nvSpPr>
          <p:cNvPr id="6" name="">
            <a:extLst xmlns:a="http://schemas.openxmlformats.org/drawingml/2006/main">
              <a:ext uri="{FF2B5EF4-FFF2-40B4-BE49-F238E27FC236}">
                <a16:creationId xmlns:a16="http://schemas.microsoft.com/office/drawing/2014/main" id="{0C3C8686-EA81-4B2F-A90B-234C7302E57B}"/>
              </a:ext>
            </a:extLst>
          </p:cNvPr>
          <p:cNvSpPr>
            <a:spLocks xmlns:a="http://schemas.openxmlformats.org/drawingml/2006/main" noGrp="1"/>
          </p:cNvSpPr>
          <p:nvPr/>
        </p:nvSpPr>
        <p:spPr>
          <a:xfrm xmlns:a="http://schemas.openxmlformats.org/drawingml/2006/main">
            <a:off x="609600" y="52863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5758B"/>
                </a:solidFill>
                <a:latin typeface="Inter"/>
                <a:ea typeface="Inter"/>
                <a:cs typeface="Inter"/>
              </a:defRPr>
            </a:defPPr>
            <a:lvl1pPr>
              <a:defRPr sz="2175" b="0">
                <a:solidFill>
                  <a:srgbClr val="65758B"/>
                </a:solidFill>
                <a:latin typeface="Inter"/>
                <a:ea typeface="Inter"/>
                <a:cs typeface="Inter"/>
              </a:defRPr>
            </a:lvl1pPr>
            <a:lvl2pPr>
              <a:defRPr sz="2175" b="0">
                <a:solidFill>
                  <a:srgbClr val="65758B"/>
                </a:solidFill>
                <a:latin typeface="Inter"/>
                <a:ea typeface="Inter"/>
                <a:cs typeface="Inter"/>
              </a:defRPr>
            </a:lvl2pPr>
            <a:lvl3pPr>
              <a:defRPr sz="2175" b="0">
                <a:solidFill>
                  <a:srgbClr val="65758B"/>
                </a:solidFill>
                <a:latin typeface="Inter"/>
                <a:ea typeface="Inter"/>
                <a:cs typeface="Inter"/>
              </a:defRPr>
            </a:lvl3pPr>
            <a:lvl4pPr>
              <a:defRPr sz="2175" b="0">
                <a:solidFill>
                  <a:srgbClr val="65758B"/>
                </a:solidFill>
                <a:latin typeface="Inter"/>
                <a:ea typeface="Inter"/>
                <a:cs typeface="Inter"/>
              </a:defRPr>
            </a:lvl4pPr>
            <a:lvl5pPr>
              <a:defRPr sz="2175" b="0">
                <a:solidFill>
                  <a:srgbClr val="65758B"/>
                </a:solidFill>
                <a:latin typeface="Inter"/>
                <a:ea typeface="Inter"/>
                <a:cs typeface="Inter"/>
              </a:defRPr>
            </a:lvl5pPr>
            <a:lvl6pPr>
              <a:defRPr sz="2175" b="0">
                <a:solidFill>
                  <a:srgbClr val="65758B"/>
                </a:solidFill>
                <a:latin typeface="Inter"/>
                <a:ea typeface="Inter"/>
                <a:cs typeface="Inter"/>
              </a:defRPr>
            </a:lvl6pPr>
            <a:lvl7pPr>
              <a:defRPr sz="2175" b="0">
                <a:solidFill>
                  <a:srgbClr val="65758B"/>
                </a:solidFill>
                <a:latin typeface="Inter"/>
                <a:ea typeface="Inter"/>
                <a:cs typeface="Inter"/>
              </a:defRPr>
            </a:lvl7pPr>
            <a:lvl8pPr>
              <a:defRPr sz="2175" b="0">
                <a:solidFill>
                  <a:srgbClr val="65758B"/>
                </a:solidFill>
                <a:latin typeface="Inter"/>
                <a:ea typeface="Inter"/>
                <a:cs typeface="Inter"/>
              </a:defRPr>
            </a:lvl8pPr>
            <a:lvl9pPr>
              <a:defRPr sz="2175" b="0">
                <a:solidFill>
                  <a:srgbClr val="65758B"/>
                </a:solidFill>
                <a:latin typeface="Inter"/>
                <a:ea typeface="Inter"/>
                <a:cs typeface="Inter"/>
              </a:defRPr>
            </a:lvl9pPr>
          </a:lstStyle>
          <a:p xmlns:a="http://schemas.openxmlformats.org/drawingml/2006/main">
            <a:pPr>
              <a:defRPr sz="2175" b="0">
                <a:solidFill>
                  <a:srgbClr val="65758B"/>
                </a:solidFill>
                <a:latin typeface="Inter"/>
                <a:ea typeface="Inter"/>
                <a:cs typeface="Inter"/>
              </a:defRPr>
            </a:pPr>
            <a:r>
              <a:rPr sz="2175" b="0">
                <a:solidFill>
                  <a:srgbClr val="65758B"/>
                </a:solidFill>
                <a:latin typeface="Inter"/>
                <a:ea typeface="Inter"/>
                <a:cs typeface="Inter"/>
              </a:rPr>
              <a:t>Prices are illustrative. The plot shows sampled nondominated points.</a:t>
            </a:r>
          </a:p>
          <a:p xmlns:a="http://schemas.openxmlformats.org/drawingml/2006/main">
            <a:pPr>
              <a:defRPr sz="2175" b="0">
                <a:solidFill>
                  <a:srgbClr val="65758B"/>
                </a:solidFill>
                <a:latin typeface="Inter"/>
                <a:ea typeface="Inter"/>
                <a:cs typeface="Inter"/>
              </a:defRPr>
            </a:pPr>
            <a:r>
              <a:rPr sz="2175" b="0">
                <a:solidFill>
                  <a:srgbClr val="65758B"/>
                </a:solidFill>
                <a:latin typeface="Inter"/>
                <a:ea typeface="Inter"/>
                <a:cs typeface="Inter"/>
              </a:rPr>
              <a:t>A complete Pareto frontier is not certified.</a:t>
            </a:r>
          </a:p>
        </p:txBody>
      </p:sp>
    </p:spTree>
    <p:extLst>
      <p:ext uri="{BB962C8B-B14F-4D97-AF65-F5344CB8AC3E}">
        <p14:creationId xmlns:p14="http://schemas.microsoft.com/office/powerpoint/2010/main" val="191573909"/>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8AF559-B0BB-44A9-879B-570314BF5BFE}"/>
              </a:ext>
            </a:extLst>
          </p:cNvPr>
          <p:cNvSpPr>
            <a:spLocks xmlns:a="http://schemas.openxmlformats.org/drawingml/2006/main" noGrp="1"/>
          </p:cNvSpPr>
          <p:nvPr/>
        </p:nvSpPr>
        <p:spPr>
          <a:xfrm xmlns:a="http://schemas.openxmlformats.org/drawingml/2006/main">
            <a:off x="609600" y="42862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73E"/>
                </a:solidFill>
                <a:latin typeface="Inter"/>
                <a:ea typeface="Inter"/>
                <a:cs typeface="Inter"/>
              </a:defRPr>
            </a:defPPr>
            <a:lvl1pPr>
              <a:defRPr sz="3300" b="1">
                <a:solidFill>
                  <a:srgbClr val="19273E"/>
                </a:solidFill>
                <a:latin typeface="Inter"/>
                <a:ea typeface="Inter"/>
                <a:cs typeface="Inter"/>
              </a:defRPr>
            </a:lvl1pPr>
            <a:lvl2pPr>
              <a:defRPr sz="3300" b="1">
                <a:solidFill>
                  <a:srgbClr val="19273E"/>
                </a:solidFill>
                <a:latin typeface="Inter"/>
                <a:ea typeface="Inter"/>
                <a:cs typeface="Inter"/>
              </a:defRPr>
            </a:lvl2pPr>
            <a:lvl3pPr>
              <a:defRPr sz="3300" b="1">
                <a:solidFill>
                  <a:srgbClr val="19273E"/>
                </a:solidFill>
                <a:latin typeface="Inter"/>
                <a:ea typeface="Inter"/>
                <a:cs typeface="Inter"/>
              </a:defRPr>
            </a:lvl3pPr>
            <a:lvl4pPr>
              <a:defRPr sz="3300" b="1">
                <a:solidFill>
                  <a:srgbClr val="19273E"/>
                </a:solidFill>
                <a:latin typeface="Inter"/>
                <a:ea typeface="Inter"/>
                <a:cs typeface="Inter"/>
              </a:defRPr>
            </a:lvl4pPr>
            <a:lvl5pPr>
              <a:defRPr sz="3300" b="1">
                <a:solidFill>
                  <a:srgbClr val="19273E"/>
                </a:solidFill>
                <a:latin typeface="Inter"/>
                <a:ea typeface="Inter"/>
                <a:cs typeface="Inter"/>
              </a:defRPr>
            </a:lvl5pPr>
            <a:lvl6pPr>
              <a:defRPr sz="3300" b="1">
                <a:solidFill>
                  <a:srgbClr val="19273E"/>
                </a:solidFill>
                <a:latin typeface="Inter"/>
                <a:ea typeface="Inter"/>
                <a:cs typeface="Inter"/>
              </a:defRPr>
            </a:lvl6pPr>
            <a:lvl7pPr>
              <a:defRPr sz="3300" b="1">
                <a:solidFill>
                  <a:srgbClr val="19273E"/>
                </a:solidFill>
                <a:latin typeface="Inter"/>
                <a:ea typeface="Inter"/>
                <a:cs typeface="Inter"/>
              </a:defRPr>
            </a:lvl7pPr>
            <a:lvl8pPr>
              <a:defRPr sz="3300" b="1">
                <a:solidFill>
                  <a:srgbClr val="19273E"/>
                </a:solidFill>
                <a:latin typeface="Inter"/>
                <a:ea typeface="Inter"/>
                <a:cs typeface="Inter"/>
              </a:defRPr>
            </a:lvl8pPr>
            <a:lvl9pPr>
              <a:defRPr sz="3300" b="1">
                <a:solidFill>
                  <a:srgbClr val="19273E"/>
                </a:solidFill>
                <a:latin typeface="Inter"/>
                <a:ea typeface="Inter"/>
                <a:cs typeface="Inter"/>
              </a:defRPr>
            </a:lvl9pPr>
          </a:lstStyle>
          <a:p xmlns:a="http://schemas.openxmlformats.org/drawingml/2006/main">
            <a:pPr>
              <a:defRPr sz="3300" b="1">
                <a:solidFill>
                  <a:srgbClr val="19273E"/>
                </a:solidFill>
                <a:latin typeface="Inter"/>
                <a:ea typeface="Inter"/>
                <a:cs typeface="Inter"/>
              </a:defRPr>
            </a:pPr>
            <a:r>
              <a:rPr sz="3300" b="1">
                <a:solidFill>
                  <a:srgbClr val="19273E"/>
                </a:solidFill>
                <a:latin typeface="Inter"/>
                <a:ea typeface="Inter"/>
                <a:cs typeface="Inter"/>
              </a:rPr>
              <a:t>What the result supports</a:t>
            </a:r>
          </a:p>
        </p:txBody>
      </p:sp>
      <p:sp>
        <p:nvSpPr>
          <p:cNvPr id="2" name="">
            <a:extLst xmlns:a="http://schemas.openxmlformats.org/drawingml/2006/main">
              <a:ext uri="{FF2B5EF4-FFF2-40B4-BE49-F238E27FC236}">
                <a16:creationId xmlns:a16="http://schemas.microsoft.com/office/drawing/2014/main" id="{D2D9B4B3-034D-4986-B1CA-215C5ABE79FA}"/>
              </a:ext>
            </a:extLst>
          </p:cNvPr>
          <p:cNvSpPr>
            <a:spLocks xmlns:a="http://schemas.openxmlformats.org/drawingml/2006/main" noGrp="1"/>
          </p:cNvSpPr>
          <p:nvPr/>
        </p:nvSpPr>
        <p:spPr>
          <a:xfrm xmlns:a="http://schemas.openxmlformats.org/drawingml/2006/main">
            <a:off x="11144250"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5758B"/>
                </a:solidFill>
                <a:latin typeface="Inter"/>
                <a:ea typeface="Inter"/>
                <a:cs typeface="Inter"/>
              </a:defRPr>
            </a:defPPr>
            <a:lvl1pPr>
              <a:defRPr sz="1200" b="0">
                <a:solidFill>
                  <a:srgbClr val="65758B"/>
                </a:solidFill>
                <a:latin typeface="Inter"/>
                <a:ea typeface="Inter"/>
                <a:cs typeface="Inter"/>
              </a:defRPr>
            </a:lvl1pPr>
            <a:lvl2pPr>
              <a:defRPr sz="1200" b="0">
                <a:solidFill>
                  <a:srgbClr val="65758B"/>
                </a:solidFill>
                <a:latin typeface="Inter"/>
                <a:ea typeface="Inter"/>
                <a:cs typeface="Inter"/>
              </a:defRPr>
            </a:lvl2pPr>
            <a:lvl3pPr>
              <a:defRPr sz="1200" b="0">
                <a:solidFill>
                  <a:srgbClr val="65758B"/>
                </a:solidFill>
                <a:latin typeface="Inter"/>
                <a:ea typeface="Inter"/>
                <a:cs typeface="Inter"/>
              </a:defRPr>
            </a:lvl3pPr>
            <a:lvl4pPr>
              <a:defRPr sz="1200" b="0">
                <a:solidFill>
                  <a:srgbClr val="65758B"/>
                </a:solidFill>
                <a:latin typeface="Inter"/>
                <a:ea typeface="Inter"/>
                <a:cs typeface="Inter"/>
              </a:defRPr>
            </a:lvl4pPr>
            <a:lvl5pPr>
              <a:defRPr sz="1200" b="0">
                <a:solidFill>
                  <a:srgbClr val="65758B"/>
                </a:solidFill>
                <a:latin typeface="Inter"/>
                <a:ea typeface="Inter"/>
                <a:cs typeface="Inter"/>
              </a:defRPr>
            </a:lvl5pPr>
            <a:lvl6pPr>
              <a:defRPr sz="1200" b="0">
                <a:solidFill>
                  <a:srgbClr val="65758B"/>
                </a:solidFill>
                <a:latin typeface="Inter"/>
                <a:ea typeface="Inter"/>
                <a:cs typeface="Inter"/>
              </a:defRPr>
            </a:lvl6pPr>
            <a:lvl7pPr>
              <a:defRPr sz="1200" b="0">
                <a:solidFill>
                  <a:srgbClr val="65758B"/>
                </a:solidFill>
                <a:latin typeface="Inter"/>
                <a:ea typeface="Inter"/>
                <a:cs typeface="Inter"/>
              </a:defRPr>
            </a:lvl7pPr>
            <a:lvl8pPr>
              <a:defRPr sz="1200" b="0">
                <a:solidFill>
                  <a:srgbClr val="65758B"/>
                </a:solidFill>
                <a:latin typeface="Inter"/>
                <a:ea typeface="Inter"/>
                <a:cs typeface="Inter"/>
              </a:defRPr>
            </a:lvl8pPr>
            <a:lvl9pPr>
              <a:defRPr sz="1200" b="0">
                <a:solidFill>
                  <a:srgbClr val="65758B"/>
                </a:solidFill>
                <a:latin typeface="Inter"/>
                <a:ea typeface="Inter"/>
                <a:cs typeface="Inter"/>
              </a:defRPr>
            </a:lvl9pPr>
          </a:lstStyle>
          <a:p xmlns:a="http://schemas.openxmlformats.org/drawingml/2006/main">
            <a:pPr>
              <a:defRPr sz="1200" b="0">
                <a:solidFill>
                  <a:srgbClr val="65758B"/>
                </a:solidFill>
                <a:latin typeface="Inter"/>
                <a:ea typeface="Inter"/>
                <a:cs typeface="Inter"/>
              </a:defRPr>
            </a:pPr>
            <a:r>
              <a:rPr sz="1200" b="0">
                <a:solidFill>
                  <a:srgbClr val="65758B"/>
                </a:solidFill>
                <a:latin typeface="Inter"/>
                <a:ea typeface="Inter"/>
                <a:cs typeface="Inter"/>
              </a:rPr>
              <a:t>10</a:t>
            </a:r>
          </a:p>
        </p:txBody>
      </p:sp>
      <p:sp>
        <p:nvSpPr>
          <p:cNvPr id="3" name="">
            <a:extLst xmlns:a="http://schemas.openxmlformats.org/drawingml/2006/main">
              <a:ext uri="{FF2B5EF4-FFF2-40B4-BE49-F238E27FC236}">
                <a16:creationId xmlns:a16="http://schemas.microsoft.com/office/drawing/2014/main" id="{ECB6F0FF-A026-42D5-8FD5-505CA46ECEEF}"/>
              </a:ext>
            </a:extLst>
          </p:cNvPr>
          <p:cNvSpPr>
            <a:spLocks xmlns:a="http://schemas.openxmlformats.org/drawingml/2006/main" noGrp="1"/>
          </p:cNvSpPr>
          <p:nvPr/>
        </p:nvSpPr>
        <p:spPr>
          <a:xfrm xmlns:a="http://schemas.openxmlformats.org/drawingml/2006/main">
            <a:off x="609600" y="14859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9273E"/>
                </a:solidFill>
                <a:latin typeface="Inter"/>
                <a:ea typeface="Inter"/>
                <a:cs typeface="Inter"/>
              </a:defRPr>
            </a:defPPr>
            <a:lvl1pPr>
              <a:defRPr sz="2775" b="1">
                <a:solidFill>
                  <a:srgbClr val="19273E"/>
                </a:solidFill>
                <a:latin typeface="Inter"/>
                <a:ea typeface="Inter"/>
                <a:cs typeface="Inter"/>
              </a:defRPr>
            </a:lvl1pPr>
            <a:lvl2pPr>
              <a:defRPr sz="2775" b="1">
                <a:solidFill>
                  <a:srgbClr val="19273E"/>
                </a:solidFill>
                <a:latin typeface="Inter"/>
                <a:ea typeface="Inter"/>
                <a:cs typeface="Inter"/>
              </a:defRPr>
            </a:lvl2pPr>
            <a:lvl3pPr>
              <a:defRPr sz="2775" b="1">
                <a:solidFill>
                  <a:srgbClr val="19273E"/>
                </a:solidFill>
                <a:latin typeface="Inter"/>
                <a:ea typeface="Inter"/>
                <a:cs typeface="Inter"/>
              </a:defRPr>
            </a:lvl3pPr>
            <a:lvl4pPr>
              <a:defRPr sz="2775" b="1">
                <a:solidFill>
                  <a:srgbClr val="19273E"/>
                </a:solidFill>
                <a:latin typeface="Inter"/>
                <a:ea typeface="Inter"/>
                <a:cs typeface="Inter"/>
              </a:defRPr>
            </a:lvl4pPr>
            <a:lvl5pPr>
              <a:defRPr sz="2775" b="1">
                <a:solidFill>
                  <a:srgbClr val="19273E"/>
                </a:solidFill>
                <a:latin typeface="Inter"/>
                <a:ea typeface="Inter"/>
                <a:cs typeface="Inter"/>
              </a:defRPr>
            </a:lvl5pPr>
            <a:lvl6pPr>
              <a:defRPr sz="2775" b="1">
                <a:solidFill>
                  <a:srgbClr val="19273E"/>
                </a:solidFill>
                <a:latin typeface="Inter"/>
                <a:ea typeface="Inter"/>
                <a:cs typeface="Inter"/>
              </a:defRPr>
            </a:lvl6pPr>
            <a:lvl7pPr>
              <a:defRPr sz="2775" b="1">
                <a:solidFill>
                  <a:srgbClr val="19273E"/>
                </a:solidFill>
                <a:latin typeface="Inter"/>
                <a:ea typeface="Inter"/>
                <a:cs typeface="Inter"/>
              </a:defRPr>
            </a:lvl7pPr>
            <a:lvl8pPr>
              <a:defRPr sz="2775" b="1">
                <a:solidFill>
                  <a:srgbClr val="19273E"/>
                </a:solidFill>
                <a:latin typeface="Inter"/>
                <a:ea typeface="Inter"/>
                <a:cs typeface="Inter"/>
              </a:defRPr>
            </a:lvl8pPr>
            <a:lvl9pPr>
              <a:defRPr sz="2775" b="1">
                <a:solidFill>
                  <a:srgbClr val="19273E"/>
                </a:solidFill>
                <a:latin typeface="Inter"/>
                <a:ea typeface="Inter"/>
                <a:cs typeface="Inter"/>
              </a:defRPr>
            </a:lvl9pPr>
          </a:lstStyle>
          <a:p xmlns:a="http://schemas.openxmlformats.org/drawingml/2006/main">
            <a:pPr>
              <a:defRPr sz="2775" b="1">
                <a:solidFill>
                  <a:srgbClr val="19273E"/>
                </a:solidFill>
                <a:latin typeface="Inter"/>
                <a:ea typeface="Inter"/>
                <a:cs typeface="Inter"/>
              </a:defRPr>
            </a:pPr>
            <a:r>
              <a:rPr sz="2775" b="1">
                <a:solidFill>
                  <a:srgbClr val="19273E"/>
                </a:solidFill>
                <a:latin typeface="Inter"/>
                <a:ea typeface="Inter"/>
                <a:cs typeface="Inter"/>
              </a:rPr>
              <a:t>A feasible placement with explicit assumptions</a:t>
            </a:r>
          </a:p>
        </p:txBody>
      </p:sp>
      <p:sp>
        <p:nvSpPr>
          <p:cNvPr id="4" name="">
            <a:extLst xmlns:a="http://schemas.openxmlformats.org/drawingml/2006/main">
              <a:ext uri="{FF2B5EF4-FFF2-40B4-BE49-F238E27FC236}">
                <a16:creationId xmlns:a16="http://schemas.microsoft.com/office/drawing/2014/main" id="{E5CCAD20-A2EF-42AD-9D6B-1F9202544F78}"/>
              </a:ext>
            </a:extLst>
          </p:cNvPr>
          <p:cNvSpPr>
            <a:spLocks xmlns:a="http://schemas.openxmlformats.org/drawingml/2006/main" noGrp="1"/>
          </p:cNvSpPr>
          <p:nvPr/>
        </p:nvSpPr>
        <p:spPr>
          <a:xfrm xmlns:a="http://schemas.openxmlformats.org/drawingml/2006/main">
            <a:off x="609600" y="25622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9273E"/>
                </a:solidFill>
                <a:latin typeface="Inter"/>
                <a:ea typeface="Inter"/>
                <a:cs typeface="Inter"/>
              </a:defRPr>
            </a:defPPr>
            <a:lvl1pPr>
              <a:defRPr sz="2550" b="0">
                <a:solidFill>
                  <a:srgbClr val="19273E"/>
                </a:solidFill>
                <a:latin typeface="Inter"/>
                <a:ea typeface="Inter"/>
                <a:cs typeface="Inter"/>
              </a:defRPr>
            </a:lvl1pPr>
            <a:lvl2pPr>
              <a:defRPr sz="2550" b="0">
                <a:solidFill>
                  <a:srgbClr val="19273E"/>
                </a:solidFill>
                <a:latin typeface="Inter"/>
                <a:ea typeface="Inter"/>
                <a:cs typeface="Inter"/>
              </a:defRPr>
            </a:lvl2pPr>
            <a:lvl3pPr>
              <a:defRPr sz="2550" b="0">
                <a:solidFill>
                  <a:srgbClr val="19273E"/>
                </a:solidFill>
                <a:latin typeface="Inter"/>
                <a:ea typeface="Inter"/>
                <a:cs typeface="Inter"/>
              </a:defRPr>
            </a:lvl3pPr>
            <a:lvl4pPr>
              <a:defRPr sz="2550" b="0">
                <a:solidFill>
                  <a:srgbClr val="19273E"/>
                </a:solidFill>
                <a:latin typeface="Inter"/>
                <a:ea typeface="Inter"/>
                <a:cs typeface="Inter"/>
              </a:defRPr>
            </a:lvl4pPr>
            <a:lvl5pPr>
              <a:defRPr sz="2550" b="0">
                <a:solidFill>
                  <a:srgbClr val="19273E"/>
                </a:solidFill>
                <a:latin typeface="Inter"/>
                <a:ea typeface="Inter"/>
                <a:cs typeface="Inter"/>
              </a:defRPr>
            </a:lvl5pPr>
            <a:lvl6pPr>
              <a:defRPr sz="2550" b="0">
                <a:solidFill>
                  <a:srgbClr val="19273E"/>
                </a:solidFill>
                <a:latin typeface="Inter"/>
                <a:ea typeface="Inter"/>
                <a:cs typeface="Inter"/>
              </a:defRPr>
            </a:lvl6pPr>
            <a:lvl7pPr>
              <a:defRPr sz="2550" b="0">
                <a:solidFill>
                  <a:srgbClr val="19273E"/>
                </a:solidFill>
                <a:latin typeface="Inter"/>
                <a:ea typeface="Inter"/>
                <a:cs typeface="Inter"/>
              </a:defRPr>
            </a:lvl7pPr>
            <a:lvl8pPr>
              <a:defRPr sz="2550" b="0">
                <a:solidFill>
                  <a:srgbClr val="19273E"/>
                </a:solidFill>
                <a:latin typeface="Inter"/>
                <a:ea typeface="Inter"/>
                <a:cs typeface="Inter"/>
              </a:defRPr>
            </a:lvl8pPr>
            <a:lvl9pPr>
              <a:defRPr sz="2550" b="0">
                <a:solidFill>
                  <a:srgbClr val="19273E"/>
                </a:solidFill>
                <a:latin typeface="Inter"/>
                <a:ea typeface="Inter"/>
                <a:cs typeface="Inter"/>
              </a:defRPr>
            </a:lvl9pPr>
          </a:lstStyle>
          <a:p xmlns:a="http://schemas.openxmlformats.org/drawingml/2006/main">
            <a:pPr>
              <a:defRPr sz="2550" b="0">
                <a:solidFill>
                  <a:srgbClr val="19273E"/>
                </a:solidFill>
                <a:latin typeface="Inter"/>
                <a:ea typeface="Inter"/>
                <a:cs typeface="Inter"/>
              </a:defRPr>
            </a:pPr>
            <a:r>
              <a:rPr sz="2550" b="0">
                <a:solidFill>
                  <a:srgbClr val="19273E"/>
                </a:solidFill>
                <a:latin typeface="Inter"/>
                <a:ea typeface="Inter"/>
                <a:cs typeface="Inter"/>
              </a:rPr>
              <a:t>A small visited subset of 16,777,216 assignments</a:t>
            </a:r>
          </a:p>
        </p:txBody>
      </p:sp>
      <p:sp>
        <p:nvSpPr>
          <p:cNvPr id="5" name="">
            <a:extLst xmlns:a="http://schemas.openxmlformats.org/drawingml/2006/main">
              <a:ext uri="{FF2B5EF4-FFF2-40B4-BE49-F238E27FC236}">
                <a16:creationId xmlns:a16="http://schemas.microsoft.com/office/drawing/2014/main" id="{B8D352AC-5CBC-4BDF-968B-48F95375A6DE}"/>
              </a:ext>
            </a:extLst>
          </p:cNvPr>
          <p:cNvSpPr>
            <a:spLocks xmlns:a="http://schemas.openxmlformats.org/drawingml/2006/main" noGrp="1"/>
          </p:cNvSpPr>
          <p:nvPr/>
        </p:nvSpPr>
        <p:spPr>
          <a:xfrm xmlns:a="http://schemas.openxmlformats.org/drawingml/2006/main">
            <a:off x="609600" y="36195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9273E"/>
                </a:solidFill>
                <a:latin typeface="Inter"/>
                <a:ea typeface="Inter"/>
                <a:cs typeface="Inter"/>
              </a:defRPr>
            </a:defPPr>
            <a:lvl1pPr>
              <a:defRPr sz="2550" b="0">
                <a:solidFill>
                  <a:srgbClr val="19273E"/>
                </a:solidFill>
                <a:latin typeface="Inter"/>
                <a:ea typeface="Inter"/>
                <a:cs typeface="Inter"/>
              </a:defRPr>
            </a:lvl1pPr>
            <a:lvl2pPr>
              <a:defRPr sz="2550" b="0">
                <a:solidFill>
                  <a:srgbClr val="19273E"/>
                </a:solidFill>
                <a:latin typeface="Inter"/>
                <a:ea typeface="Inter"/>
                <a:cs typeface="Inter"/>
              </a:defRPr>
            </a:lvl2pPr>
            <a:lvl3pPr>
              <a:defRPr sz="2550" b="0">
                <a:solidFill>
                  <a:srgbClr val="19273E"/>
                </a:solidFill>
                <a:latin typeface="Inter"/>
                <a:ea typeface="Inter"/>
                <a:cs typeface="Inter"/>
              </a:defRPr>
            </a:lvl3pPr>
            <a:lvl4pPr>
              <a:defRPr sz="2550" b="0">
                <a:solidFill>
                  <a:srgbClr val="19273E"/>
                </a:solidFill>
                <a:latin typeface="Inter"/>
                <a:ea typeface="Inter"/>
                <a:cs typeface="Inter"/>
              </a:defRPr>
            </a:lvl4pPr>
            <a:lvl5pPr>
              <a:defRPr sz="2550" b="0">
                <a:solidFill>
                  <a:srgbClr val="19273E"/>
                </a:solidFill>
                <a:latin typeface="Inter"/>
                <a:ea typeface="Inter"/>
                <a:cs typeface="Inter"/>
              </a:defRPr>
            </a:lvl5pPr>
            <a:lvl6pPr>
              <a:defRPr sz="2550" b="0">
                <a:solidFill>
                  <a:srgbClr val="19273E"/>
                </a:solidFill>
                <a:latin typeface="Inter"/>
                <a:ea typeface="Inter"/>
                <a:cs typeface="Inter"/>
              </a:defRPr>
            </a:lvl6pPr>
            <a:lvl7pPr>
              <a:defRPr sz="2550" b="0">
                <a:solidFill>
                  <a:srgbClr val="19273E"/>
                </a:solidFill>
                <a:latin typeface="Inter"/>
                <a:ea typeface="Inter"/>
                <a:cs typeface="Inter"/>
              </a:defRPr>
            </a:lvl7pPr>
            <a:lvl8pPr>
              <a:defRPr sz="2550" b="0">
                <a:solidFill>
                  <a:srgbClr val="19273E"/>
                </a:solidFill>
                <a:latin typeface="Inter"/>
                <a:ea typeface="Inter"/>
                <a:cs typeface="Inter"/>
              </a:defRPr>
            </a:lvl8pPr>
            <a:lvl9pPr>
              <a:defRPr sz="2550" b="0">
                <a:solidFill>
                  <a:srgbClr val="19273E"/>
                </a:solidFill>
                <a:latin typeface="Inter"/>
                <a:ea typeface="Inter"/>
                <a:cs typeface="Inter"/>
              </a:defRPr>
            </a:lvl9pPr>
          </a:lstStyle>
          <a:p xmlns:a="http://schemas.openxmlformats.org/drawingml/2006/main">
            <a:pPr>
              <a:defRPr sz="2550" b="0">
                <a:solidFill>
                  <a:srgbClr val="19273E"/>
                </a:solidFill>
                <a:latin typeface="Inter"/>
                <a:ea typeface="Inter"/>
                <a:cs typeface="Inter"/>
              </a:defRPr>
            </a:pPr>
            <a:r>
              <a:rPr sz="2550" b="0">
                <a:solidFill>
                  <a:srgbClr val="19273E"/>
                </a:solidFill>
                <a:latin typeface="Inter"/>
                <a:ea typeface="Inter"/>
                <a:cs typeface="Inter"/>
              </a:rPr>
              <a:t>Reproducible seeds, checks and baseline comparisons</a:t>
            </a:r>
          </a:p>
        </p:txBody>
      </p:sp>
      <p:sp>
        <p:nvSpPr>
          <p:cNvPr id="6" name="">
            <a:extLst xmlns:a="http://schemas.openxmlformats.org/drawingml/2006/main">
              <a:ext uri="{FF2B5EF4-FFF2-40B4-BE49-F238E27FC236}">
                <a16:creationId xmlns:a16="http://schemas.microsoft.com/office/drawing/2014/main" id="{E3683CE1-FE69-4ADB-B08E-C4043ACBC2BF}"/>
              </a:ext>
            </a:extLst>
          </p:cNvPr>
          <p:cNvSpPr>
            <a:spLocks xmlns:a="http://schemas.openxmlformats.org/drawingml/2006/main" noGrp="1"/>
          </p:cNvSpPr>
          <p:nvPr/>
        </p:nvSpPr>
        <p:spPr>
          <a:xfrm xmlns:a="http://schemas.openxmlformats.org/drawingml/2006/main">
            <a:off x="609600" y="5048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9986"/>
                </a:solidFill>
                <a:latin typeface="Inter"/>
                <a:ea typeface="Inter"/>
                <a:cs typeface="Inter"/>
              </a:defRPr>
            </a:defPPr>
            <a:lvl1pPr>
              <a:defRPr sz="2775" b="1">
                <a:solidFill>
                  <a:srgbClr val="009986"/>
                </a:solidFill>
                <a:latin typeface="Inter"/>
                <a:ea typeface="Inter"/>
                <a:cs typeface="Inter"/>
              </a:defRPr>
            </a:lvl1pPr>
            <a:lvl2pPr>
              <a:defRPr sz="2775" b="1">
                <a:solidFill>
                  <a:srgbClr val="009986"/>
                </a:solidFill>
                <a:latin typeface="Inter"/>
                <a:ea typeface="Inter"/>
                <a:cs typeface="Inter"/>
              </a:defRPr>
            </a:lvl2pPr>
            <a:lvl3pPr>
              <a:defRPr sz="2775" b="1">
                <a:solidFill>
                  <a:srgbClr val="009986"/>
                </a:solidFill>
                <a:latin typeface="Inter"/>
                <a:ea typeface="Inter"/>
                <a:cs typeface="Inter"/>
              </a:defRPr>
            </a:lvl3pPr>
            <a:lvl4pPr>
              <a:defRPr sz="2775" b="1">
                <a:solidFill>
                  <a:srgbClr val="009986"/>
                </a:solidFill>
                <a:latin typeface="Inter"/>
                <a:ea typeface="Inter"/>
                <a:cs typeface="Inter"/>
              </a:defRPr>
            </a:lvl4pPr>
            <a:lvl5pPr>
              <a:defRPr sz="2775" b="1">
                <a:solidFill>
                  <a:srgbClr val="009986"/>
                </a:solidFill>
                <a:latin typeface="Inter"/>
                <a:ea typeface="Inter"/>
                <a:cs typeface="Inter"/>
              </a:defRPr>
            </a:lvl5pPr>
            <a:lvl6pPr>
              <a:defRPr sz="2775" b="1">
                <a:solidFill>
                  <a:srgbClr val="009986"/>
                </a:solidFill>
                <a:latin typeface="Inter"/>
                <a:ea typeface="Inter"/>
                <a:cs typeface="Inter"/>
              </a:defRPr>
            </a:lvl6pPr>
            <a:lvl7pPr>
              <a:defRPr sz="2775" b="1">
                <a:solidFill>
                  <a:srgbClr val="009986"/>
                </a:solidFill>
                <a:latin typeface="Inter"/>
                <a:ea typeface="Inter"/>
                <a:cs typeface="Inter"/>
              </a:defRPr>
            </a:lvl7pPr>
            <a:lvl8pPr>
              <a:defRPr sz="2775" b="1">
                <a:solidFill>
                  <a:srgbClr val="009986"/>
                </a:solidFill>
                <a:latin typeface="Inter"/>
                <a:ea typeface="Inter"/>
                <a:cs typeface="Inter"/>
              </a:defRPr>
            </a:lvl8pPr>
            <a:lvl9pPr>
              <a:defRPr sz="2775" b="1">
                <a:solidFill>
                  <a:srgbClr val="009986"/>
                </a:solidFill>
                <a:latin typeface="Inter"/>
                <a:ea typeface="Inter"/>
                <a:cs typeface="Inter"/>
              </a:defRPr>
            </a:lvl9pPr>
          </a:lstStyle>
          <a:p xmlns:a="http://schemas.openxmlformats.org/drawingml/2006/main">
            <a:pPr>
              <a:defRPr sz="2775" b="1">
                <a:solidFill>
                  <a:srgbClr val="009986"/>
                </a:solidFill>
                <a:latin typeface="Inter"/>
                <a:ea typeface="Inter"/>
                <a:cs typeface="Inter"/>
              </a:defRPr>
            </a:pPr>
            <a:r>
              <a:rPr sz="2775" b="1">
                <a:solidFill>
                  <a:srgbClr val="009986"/>
                </a:solidFill>
                <a:latin typeface="Inter"/>
                <a:ea typeface="Inter"/>
                <a:cs typeface="Inter"/>
              </a:rPr>
              <a:t>Best found under a budget.</a:t>
            </a:r>
          </a:p>
          <a:p xmlns:a="http://schemas.openxmlformats.org/drawingml/2006/main">
            <a:pPr>
              <a:defRPr sz="2775" b="1">
                <a:solidFill>
                  <a:srgbClr val="009986"/>
                </a:solidFill>
                <a:latin typeface="Inter"/>
                <a:ea typeface="Inter"/>
                <a:cs typeface="Inter"/>
              </a:defRPr>
            </a:pPr>
            <a:r>
              <a:rPr sz="2775" b="1">
                <a:solidFill>
                  <a:srgbClr val="009986"/>
                </a:solidFill>
                <a:latin typeface="Inter"/>
                <a:ea typeface="Inter"/>
                <a:cs typeface="Inter"/>
              </a:rPr>
              <a:t>Global optimality is not certified.</a:t>
            </a:r>
          </a:p>
        </p:txBody>
      </p:sp>
    </p:spTree>
    <p:extLst>
      <p:ext uri="{BB962C8B-B14F-4D97-AF65-F5344CB8AC3E}">
        <p14:creationId xmlns:p14="http://schemas.microsoft.com/office/powerpoint/2010/main" val="1209628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2026-10-17T14:08:40.0640000Z</dcterms:created>
  <dcterms:modified xsi:type="dcterms:W3CDTF">2026-10-17T14:08:40.0640000Z</dcterms:modified>
</coreProperties>
</file>